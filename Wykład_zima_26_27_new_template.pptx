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734" r:id="rId11"/>
  </p:sldMasterIdLst>
  <p:notesMasterIdLst>
    <p:notesMasterId r:id="rId52"/>
  </p:notesMasterIdLst>
  <p:handoutMasterIdLst>
    <p:handoutMasterId r:id="rId53"/>
  </p:handout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  <p:sldId id="291" r:id="rId46"/>
    <p:sldId id="292" r:id="rId47"/>
    <p:sldId id="293" r:id="rId48"/>
    <p:sldId id="294" r:id="rId49"/>
    <p:sldId id="295" r:id="rId50"/>
    <p:sldId id="296" r:id="rId51"/>
  </p:sldIdLst>
  <p:sldSz cx="12192000" cy="6858000"/>
  <p:notesSz cx="6858000" cy="9144000"/>
  <p:embeddedFontLst>
    <p:embeddedFont>
      <p:font typeface="APK Galeria" panose="020B0604020202020204" charset="0"/>
      <p:regular r:id="rId54"/>
      <p:bold r:id="rId55"/>
      <p:italic r:id="rId56"/>
      <p:boldItalic r:id="rId57"/>
    </p:embeddedFont>
    <p:embeddedFont>
      <p:font typeface="APK Galeria Light" panose="020B0604020202020204" charset="0"/>
      <p:regular r:id="rId58"/>
      <p:italic r:id="rId59"/>
    </p:embeddedFont>
    <p:embeddedFont>
      <p:font typeface="APK Galeria Medium" panose="020B0604020202020204" charset="0"/>
      <p:regular r:id="rId60"/>
      <p:italic r:id="rId61"/>
    </p:embeddedFont>
    <p:embeddedFont>
      <p:font typeface="APK Galeria Semi-Bold" panose="020B0604020202020204" charset="0"/>
      <p:regular r:id="rId62"/>
      <p:bold r:id="rId63"/>
      <p:italic r:id="rId64"/>
      <p:boldItalic r:id="rId65"/>
    </p:embeddedFont>
    <p:embeddedFont>
      <p:font typeface="Milliard Light" panose="020B0604020202020204" charset="0"/>
      <p:regular r:id="rId66"/>
      <p:italic r:id="rId67"/>
    </p:embeddedFont>
  </p:embeddedFontLst>
  <p:custDataLst>
    <p:custData r:id="rId4"/>
    <p:custData r:id="rId5"/>
    <p:custData r:id="rId6"/>
    <p:custData r:id="rId7"/>
    <p:custData r:id="rId8"/>
    <p:custData r:id="rId9"/>
    <p:custData r:id="rId1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rah Ferniz" initials="SF" lastIdx="13" clrIdx="0">
    <p:extLst>
      <p:ext uri="{19B8F6BF-5375-455C-9EA6-DF929625EA0E}">
        <p15:presenceInfo xmlns:p15="http://schemas.microsoft.com/office/powerpoint/2012/main" userId="Sarah Ferniz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2F2A"/>
    <a:srgbClr val="BC570A"/>
    <a:srgbClr val="CFEBD9"/>
    <a:srgbClr val="F1D3C2"/>
    <a:srgbClr val="B3B3B3"/>
    <a:srgbClr val="EAC447"/>
    <a:srgbClr val="71161B"/>
    <a:srgbClr val="E24988"/>
    <a:srgbClr val="F9C3D4"/>
    <a:srgbClr val="FBDD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1508FA-827C-4880-A2CD-C4827A9C758F}" v="2" dt="2026-10-01T10:28:43.3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20" autoAdjust="0"/>
    <p:restoredTop sz="96088" autoAdjust="0"/>
  </p:normalViewPr>
  <p:slideViewPr>
    <p:cSldViewPr snapToGrid="0">
      <p:cViewPr varScale="1">
        <p:scale>
          <a:sx n="91" d="100"/>
          <a:sy n="91" d="100"/>
        </p:scale>
        <p:origin x="250" y="91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127" d="100"/>
          <a:sy n="127" d="100"/>
        </p:scale>
        <p:origin x="4256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5.xml"/><Relationship Id="rId21" Type="http://schemas.openxmlformats.org/officeDocument/2006/relationships/slide" Target="slides/slide10.xml"/><Relationship Id="rId42" Type="http://schemas.openxmlformats.org/officeDocument/2006/relationships/slide" Target="slides/slide31.xml"/><Relationship Id="rId47" Type="http://schemas.openxmlformats.org/officeDocument/2006/relationships/slide" Target="slides/slide36.xml"/><Relationship Id="rId63" Type="http://schemas.openxmlformats.org/officeDocument/2006/relationships/font" Target="fonts/font10.fntdata"/><Relationship Id="rId68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5.xml"/><Relationship Id="rId29" Type="http://schemas.openxmlformats.org/officeDocument/2006/relationships/slide" Target="slides/slide18.xml"/><Relationship Id="rId11" Type="http://schemas.openxmlformats.org/officeDocument/2006/relationships/slideMaster" Target="slideMasters/slideMaster1.xml"/><Relationship Id="rId24" Type="http://schemas.openxmlformats.org/officeDocument/2006/relationships/slide" Target="slides/slide13.xml"/><Relationship Id="rId32" Type="http://schemas.openxmlformats.org/officeDocument/2006/relationships/slide" Target="slides/slide21.xml"/><Relationship Id="rId37" Type="http://schemas.openxmlformats.org/officeDocument/2006/relationships/slide" Target="slides/slide26.xml"/><Relationship Id="rId40" Type="http://schemas.openxmlformats.org/officeDocument/2006/relationships/slide" Target="slides/slide29.xml"/><Relationship Id="rId45" Type="http://schemas.openxmlformats.org/officeDocument/2006/relationships/slide" Target="slides/slide34.xml"/><Relationship Id="rId53" Type="http://schemas.openxmlformats.org/officeDocument/2006/relationships/handoutMaster" Target="handoutMasters/handoutMaster1.xml"/><Relationship Id="rId58" Type="http://schemas.openxmlformats.org/officeDocument/2006/relationships/font" Target="fonts/font5.fntdata"/><Relationship Id="rId66" Type="http://schemas.openxmlformats.org/officeDocument/2006/relationships/font" Target="fonts/font13.fntdata"/><Relationship Id="rId74" Type="http://schemas.microsoft.com/office/2015/10/relationships/revisionInfo" Target="revisionInfo.xml"/><Relationship Id="rId5" Type="http://schemas.openxmlformats.org/officeDocument/2006/relationships/customXml" Target="../customXml/item5.xml"/><Relationship Id="rId61" Type="http://schemas.openxmlformats.org/officeDocument/2006/relationships/font" Target="fonts/font8.fntdata"/><Relationship Id="rId19" Type="http://schemas.openxmlformats.org/officeDocument/2006/relationships/slide" Target="slides/slide8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slide" Target="slides/slide19.xml"/><Relationship Id="rId35" Type="http://schemas.openxmlformats.org/officeDocument/2006/relationships/slide" Target="slides/slide24.xml"/><Relationship Id="rId43" Type="http://schemas.openxmlformats.org/officeDocument/2006/relationships/slide" Target="slides/slide32.xml"/><Relationship Id="rId48" Type="http://schemas.openxmlformats.org/officeDocument/2006/relationships/slide" Target="slides/slide37.xml"/><Relationship Id="rId56" Type="http://schemas.openxmlformats.org/officeDocument/2006/relationships/font" Target="fonts/font3.fntdata"/><Relationship Id="rId64" Type="http://schemas.openxmlformats.org/officeDocument/2006/relationships/font" Target="fonts/font11.fntdata"/><Relationship Id="rId69" Type="http://schemas.openxmlformats.org/officeDocument/2006/relationships/presProps" Target="presProps.xml"/><Relationship Id="rId8" Type="http://schemas.openxmlformats.org/officeDocument/2006/relationships/customXml" Target="../customXml/item8.xml"/><Relationship Id="rId51" Type="http://schemas.openxmlformats.org/officeDocument/2006/relationships/slide" Target="slides/slide40.xml"/><Relationship Id="rId72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slide" Target="slides/slide22.xml"/><Relationship Id="rId38" Type="http://schemas.openxmlformats.org/officeDocument/2006/relationships/slide" Target="slides/slide27.xml"/><Relationship Id="rId46" Type="http://schemas.openxmlformats.org/officeDocument/2006/relationships/slide" Target="slides/slide35.xml"/><Relationship Id="rId59" Type="http://schemas.openxmlformats.org/officeDocument/2006/relationships/font" Target="fonts/font6.fntdata"/><Relationship Id="rId67" Type="http://schemas.openxmlformats.org/officeDocument/2006/relationships/font" Target="fonts/font14.fntdata"/><Relationship Id="rId20" Type="http://schemas.openxmlformats.org/officeDocument/2006/relationships/slide" Target="slides/slide9.xml"/><Relationship Id="rId41" Type="http://schemas.openxmlformats.org/officeDocument/2006/relationships/slide" Target="slides/slide30.xml"/><Relationship Id="rId54" Type="http://schemas.openxmlformats.org/officeDocument/2006/relationships/font" Target="fonts/font1.fntdata"/><Relationship Id="rId62" Type="http://schemas.openxmlformats.org/officeDocument/2006/relationships/font" Target="fonts/font9.fntdata"/><Relationship Id="rId7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36" Type="http://schemas.openxmlformats.org/officeDocument/2006/relationships/slide" Target="slides/slide25.xml"/><Relationship Id="rId49" Type="http://schemas.openxmlformats.org/officeDocument/2006/relationships/slide" Target="slides/slide38.xml"/><Relationship Id="rId57" Type="http://schemas.openxmlformats.org/officeDocument/2006/relationships/font" Target="fonts/font4.fntdata"/><Relationship Id="rId10" Type="http://schemas.openxmlformats.org/officeDocument/2006/relationships/customXml" Target="../customXml/item10.xml"/><Relationship Id="rId31" Type="http://schemas.openxmlformats.org/officeDocument/2006/relationships/slide" Target="slides/slide20.xml"/><Relationship Id="rId44" Type="http://schemas.openxmlformats.org/officeDocument/2006/relationships/slide" Target="slides/slide33.xml"/><Relationship Id="rId52" Type="http://schemas.openxmlformats.org/officeDocument/2006/relationships/notesMaster" Target="notesMasters/notesMaster1.xml"/><Relationship Id="rId60" Type="http://schemas.openxmlformats.org/officeDocument/2006/relationships/font" Target="fonts/font7.fntdata"/><Relationship Id="rId65" Type="http://schemas.openxmlformats.org/officeDocument/2006/relationships/font" Target="fonts/font12.fntdata"/><Relationship Id="rId73" Type="http://schemas.microsoft.com/office/2016/11/relationships/changesInfo" Target="changesInfos/changesInfo1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39" Type="http://schemas.openxmlformats.org/officeDocument/2006/relationships/slide" Target="slides/slide28.xml"/><Relationship Id="rId34" Type="http://schemas.openxmlformats.org/officeDocument/2006/relationships/slide" Target="slides/slide23.xml"/><Relationship Id="rId50" Type="http://schemas.openxmlformats.org/officeDocument/2006/relationships/slide" Target="slides/slide39.xml"/><Relationship Id="rId55" Type="http://schemas.openxmlformats.org/officeDocument/2006/relationships/font" Target="fonts/font2.fntdata"/><Relationship Id="rId7" Type="http://schemas.openxmlformats.org/officeDocument/2006/relationships/customXml" Target="../customXml/item7.xml"/><Relationship Id="rId7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stwan, Mikolaj" userId="ba841ef4-2d0c-44ab-8fd8-cc93903d4e17" providerId="ADAL" clId="{5D94F63B-DB2E-4AC0-9AD6-24FCA1194CED}"/>
    <pc:docChg chg="custSel delSld modSld">
      <pc:chgData name="Listwan, Mikolaj" userId="ba841ef4-2d0c-44ab-8fd8-cc93903d4e17" providerId="ADAL" clId="{5D94F63B-DB2E-4AC0-9AD6-24FCA1194CED}" dt="2026-10-01T11:56:12.544" v="194" actId="20577"/>
      <pc:docMkLst>
        <pc:docMk/>
      </pc:docMkLst>
      <pc:sldChg chg="modSp mod">
        <pc:chgData name="Listwan, Mikolaj" userId="ba841ef4-2d0c-44ab-8fd8-cc93903d4e17" providerId="ADAL" clId="{5D94F63B-DB2E-4AC0-9AD6-24FCA1194CED}" dt="2026-10-01T11:56:12.544" v="194" actId="20577"/>
        <pc:sldMkLst>
          <pc:docMk/>
          <pc:sldMk cId="0" sldId="256"/>
        </pc:sldMkLst>
        <pc:spChg chg="mod">
          <ac:chgData name="Listwan, Mikolaj" userId="ba841ef4-2d0c-44ab-8fd8-cc93903d4e17" providerId="ADAL" clId="{5D94F63B-DB2E-4AC0-9AD6-24FCA1194CED}" dt="2026-10-01T11:56:12.544" v="194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Listwan, Mikolaj" userId="ba841ef4-2d0c-44ab-8fd8-cc93903d4e17" providerId="ADAL" clId="{5D94F63B-DB2E-4AC0-9AD6-24FCA1194CED}" dt="2026-10-01T10:23:13.223" v="25" actId="20577"/>
        <pc:sldMkLst>
          <pc:docMk/>
          <pc:sldMk cId="0" sldId="274"/>
        </pc:sldMkLst>
        <pc:graphicFrameChg chg="modGraphic">
          <ac:chgData name="Listwan, Mikolaj" userId="ba841ef4-2d0c-44ab-8fd8-cc93903d4e17" providerId="ADAL" clId="{5D94F63B-DB2E-4AC0-9AD6-24FCA1194CED}" dt="2026-10-01T10:23:13.223" v="25" actId="20577"/>
          <ac:graphicFrameMkLst>
            <pc:docMk/>
            <pc:sldMk cId="0" sldId="274"/>
            <ac:graphicFrameMk id="3" creationId="{00000000-0000-0000-0000-000000000000}"/>
          </ac:graphicFrameMkLst>
        </pc:graphicFrameChg>
      </pc:sldChg>
      <pc:sldChg chg="del">
        <pc:chgData name="Listwan, Mikolaj" userId="ba841ef4-2d0c-44ab-8fd8-cc93903d4e17" providerId="ADAL" clId="{5D94F63B-DB2E-4AC0-9AD6-24FCA1194CED}" dt="2026-10-01T10:23:26.610" v="26" actId="2696"/>
        <pc:sldMkLst>
          <pc:docMk/>
          <pc:sldMk cId="0" sldId="275"/>
        </pc:sldMkLst>
      </pc:sldChg>
      <pc:sldChg chg="modSp mod">
        <pc:chgData name="Listwan, Mikolaj" userId="ba841ef4-2d0c-44ab-8fd8-cc93903d4e17" providerId="ADAL" clId="{5D94F63B-DB2E-4AC0-9AD6-24FCA1194CED}" dt="2026-10-01T10:24:15.950" v="117" actId="20577"/>
        <pc:sldMkLst>
          <pc:docMk/>
          <pc:sldMk cId="0" sldId="276"/>
        </pc:sldMkLst>
        <pc:spChg chg="mod">
          <ac:chgData name="Listwan, Mikolaj" userId="ba841ef4-2d0c-44ab-8fd8-cc93903d4e17" providerId="ADAL" clId="{5D94F63B-DB2E-4AC0-9AD6-24FCA1194CED}" dt="2026-10-01T10:24:15.950" v="117" actId="20577"/>
          <ac:spMkLst>
            <pc:docMk/>
            <pc:sldMk cId="0" sldId="276"/>
            <ac:spMk id="3" creationId="{00000000-0000-0000-0000-000000000000}"/>
          </ac:spMkLst>
        </pc:spChg>
      </pc:sldChg>
      <pc:sldChg chg="modAnim">
        <pc:chgData name="Listwan, Mikolaj" userId="ba841ef4-2d0c-44ab-8fd8-cc93903d4e17" providerId="ADAL" clId="{5D94F63B-DB2E-4AC0-9AD6-24FCA1194CED}" dt="2026-10-01T10:28:10.451" v="164"/>
        <pc:sldMkLst>
          <pc:docMk/>
          <pc:sldMk cId="0" sldId="288"/>
        </pc:sldMkLst>
      </pc:sldChg>
      <pc:sldChg chg="modAnim">
        <pc:chgData name="Listwan, Mikolaj" userId="ba841ef4-2d0c-44ab-8fd8-cc93903d4e17" providerId="ADAL" clId="{5D94F63B-DB2E-4AC0-9AD6-24FCA1194CED}" dt="2026-10-01T10:28:43.343" v="165"/>
        <pc:sldMkLst>
          <pc:docMk/>
          <pc:sldMk cId="0" sldId="289"/>
        </pc:sldMkLst>
      </pc:sldChg>
      <pc:sldChg chg="modSp mod">
        <pc:chgData name="Listwan, Mikolaj" userId="ba841ef4-2d0c-44ab-8fd8-cc93903d4e17" providerId="ADAL" clId="{5D94F63B-DB2E-4AC0-9AD6-24FCA1194CED}" dt="2026-10-01T10:26:25.912" v="163" actId="1076"/>
        <pc:sldMkLst>
          <pc:docMk/>
          <pc:sldMk cId="0" sldId="294"/>
        </pc:sldMkLst>
        <pc:spChg chg="mod">
          <ac:chgData name="Listwan, Mikolaj" userId="ba841ef4-2d0c-44ab-8fd8-cc93903d4e17" providerId="ADAL" clId="{5D94F63B-DB2E-4AC0-9AD6-24FCA1194CED}" dt="2026-10-01T10:26:17.612" v="161" actId="20577"/>
          <ac:spMkLst>
            <pc:docMk/>
            <pc:sldMk cId="0" sldId="294"/>
            <ac:spMk id="10" creationId="{00000000-0000-0000-0000-000000000000}"/>
          </ac:spMkLst>
        </pc:spChg>
        <pc:picChg chg="mod">
          <ac:chgData name="Listwan, Mikolaj" userId="ba841ef4-2d0c-44ab-8fd8-cc93903d4e17" providerId="ADAL" clId="{5D94F63B-DB2E-4AC0-9AD6-24FCA1194CED}" dt="2026-10-01T10:26:25.912" v="163" actId="1076"/>
          <ac:picMkLst>
            <pc:docMk/>
            <pc:sldMk cId="0" sldId="294"/>
            <ac:picMk id="11" creationId="{00000000-0000-0000-0000-00000000000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6D55C4-E52F-4810-9BEF-96FA1E00A5BB}" type="datetimeFigureOut">
              <a:rPr lang="en-US" smtClean="0"/>
              <a:t>10/1/2026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AB3237-2851-4DC9-9865-7658E90A74C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4773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19B3CA-2D0D-47C2-ADCA-6F431D6ECA53}" type="datetimeFigureOut">
              <a:rPr lang="en-US" smtClean="0"/>
              <a:t>10/1/2026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834DAD-DF98-44E2-A25C-0E8DEB5DEE3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033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l-PL"/>
              <a:t>W powszechnym rozumieniu jakość kojarzona jest z testowaniem, a to z kolei z wykonywaniem testów, czyli uruchamianiem oprogramowania.</a:t>
            </a:r>
          </a:p>
          <a:p>
            <a:endParaRPr lang="pl-PL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>
                <a:effectLst/>
                <a:latin typeface="Arial" panose="020B0604020202020204" pitchFamily="34" charset="0"/>
              </a:rPr>
              <a:t>Dla niektórych testowanie to proces, którego intencją jest znajdowanie błędów. Definicja taka nie uwzględnia tego, że testowane powinny być wszystkie artefakty.</a:t>
            </a:r>
          </a:p>
          <a:p>
            <a:endParaRPr lang="pl-PL"/>
          </a:p>
          <a:p>
            <a:r>
              <a:rPr lang="pl-PL"/>
              <a:t>Skupiając się wyłącznie na znajdowaniu błędów – nie uwzględniamy szerzej pojętej jakości. </a:t>
            </a:r>
          </a:p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285750" indent="-285750">
              <a:spcBef>
                <a:spcPct val="20000"/>
              </a:spcBef>
              <a:buFont typeface="Arial,Sans-Serif"/>
              <a:buChar char="•"/>
            </a:pPr>
            <a:r>
              <a:rPr lang="pl-PL"/>
              <a:t>Testowanie ujawnia usterki, ale nie może dowieść ich braku</a:t>
            </a:r>
          </a:p>
          <a:p>
            <a:pPr marL="285750" indent="-285750">
              <a:spcBef>
                <a:spcPct val="20000"/>
              </a:spcBef>
              <a:buFont typeface="Arial,Sans-Serif"/>
              <a:buChar char="•"/>
            </a:pPr>
            <a:r>
              <a:rPr lang="pl-PL"/>
              <a:t>Testowanie gruntowne jest niemożliwe (!)</a:t>
            </a:r>
            <a:endParaRPr lang="en-US"/>
          </a:p>
          <a:p>
            <a:pPr marL="285750" indent="-285750">
              <a:spcBef>
                <a:spcPct val="20000"/>
              </a:spcBef>
              <a:buFont typeface="Arial,Sans-Serif"/>
              <a:buChar char="•"/>
            </a:pPr>
            <a:r>
              <a:rPr lang="pl-PL"/>
              <a:t>Wczesne testowanie oszczędza czas i pieniądze ($$)</a:t>
            </a:r>
            <a:endParaRPr lang="en-US"/>
          </a:p>
          <a:p>
            <a:pPr marL="285750" indent="-285750">
              <a:spcBef>
                <a:spcPct val="20000"/>
              </a:spcBef>
              <a:buFont typeface="Arial,Sans-Serif"/>
              <a:buChar char="•"/>
            </a:pPr>
            <a:r>
              <a:rPr lang="pl-PL"/>
              <a:t>Kumulowanie się defektów (80/20)</a:t>
            </a:r>
            <a:endParaRPr lang="en-US"/>
          </a:p>
          <a:p>
            <a:pPr marL="285750" indent="-285750">
              <a:spcBef>
                <a:spcPct val="20000"/>
              </a:spcBef>
              <a:buFont typeface="Arial,Sans-Serif"/>
              <a:buChar char="•"/>
            </a:pPr>
            <a:r>
              <a:rPr lang="pl-PL"/>
              <a:t>Paradoks pestycydów</a:t>
            </a:r>
            <a:endParaRPr lang="en-US"/>
          </a:p>
          <a:p>
            <a:pPr marL="285750" indent="-285750">
              <a:spcBef>
                <a:spcPct val="20000"/>
              </a:spcBef>
              <a:buFont typeface="Arial,Sans-Serif"/>
              <a:buChar char="•"/>
            </a:pPr>
            <a:r>
              <a:rPr lang="pl-PL"/>
              <a:t>Testowanie zależy od kontekstu</a:t>
            </a:r>
            <a:endParaRPr lang="en-US"/>
          </a:p>
          <a:p>
            <a:pPr marL="285750" indent="-285750">
              <a:spcBef>
                <a:spcPct val="20000"/>
              </a:spcBef>
              <a:buFont typeface="Arial,Sans-Serif"/>
              <a:buChar char="•"/>
            </a:pPr>
            <a:r>
              <a:rPr lang="pl-PL"/>
              <a:t>Przekonanie o braku błędów </a:t>
            </a:r>
            <a:r>
              <a:rPr lang="pl-PL" b="1"/>
              <a:t>jest błędem :)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285750" indent="-285750">
              <a:spcBef>
                <a:spcPct val="20000"/>
              </a:spcBef>
              <a:buFont typeface="Arial"/>
              <a:buChar char="•"/>
            </a:pPr>
            <a:r>
              <a:rPr lang="pl-PL"/>
              <a:t>Jednostkowe (unit)</a:t>
            </a:r>
            <a:endParaRPr lang="en-US"/>
          </a:p>
          <a:p>
            <a:pPr marL="285750" indent="-285750">
              <a:spcBef>
                <a:spcPct val="20000"/>
              </a:spcBef>
              <a:buFont typeface="Arial"/>
              <a:buChar char="•"/>
            </a:pPr>
            <a:r>
              <a:rPr lang="pl-PL"/>
              <a:t>Modułowe</a:t>
            </a:r>
            <a:endParaRPr lang="pl-PL">
              <a:cs typeface="Calibri"/>
            </a:endParaRPr>
          </a:p>
          <a:p>
            <a:pPr marL="285750" indent="-285750">
              <a:spcBef>
                <a:spcPct val="20000"/>
              </a:spcBef>
              <a:buFont typeface="Arial"/>
              <a:buChar char="•"/>
            </a:pPr>
            <a:r>
              <a:rPr lang="pl-PL"/>
              <a:t>Integracyjne</a:t>
            </a:r>
            <a:endParaRPr lang="pl-PL">
              <a:cs typeface="Calibri"/>
            </a:endParaRPr>
          </a:p>
          <a:p>
            <a:pPr marL="285750" indent="-285750">
              <a:spcBef>
                <a:spcPct val="20000"/>
              </a:spcBef>
              <a:buFont typeface="Arial"/>
              <a:buChar char="•"/>
            </a:pPr>
            <a:r>
              <a:rPr lang="pl-PL"/>
              <a:t>Systemowe</a:t>
            </a:r>
            <a:endParaRPr lang="pl-PL">
              <a:cs typeface="Calibri"/>
            </a:endParaRPr>
          </a:p>
          <a:p>
            <a:pPr marL="285750" indent="-285750">
              <a:spcBef>
                <a:spcPct val="20000"/>
              </a:spcBef>
              <a:buFont typeface="Arial"/>
              <a:buChar char="•"/>
            </a:pPr>
            <a:r>
              <a:rPr lang="pl-PL"/>
              <a:t>Akceptacyjne</a:t>
            </a:r>
            <a:endParaRPr lang="pl-PL">
              <a:cs typeface="Calibri"/>
            </a:endParaRPr>
          </a:p>
          <a:p>
            <a:pPr marL="285750" indent="-285750">
              <a:spcBef>
                <a:spcPct val="20000"/>
              </a:spcBef>
              <a:buFont typeface="Arial"/>
              <a:buChar char="•"/>
            </a:pPr>
            <a:r>
              <a:rPr lang="pl-PL"/>
              <a:t>Alfa/Beta testy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285750" indent="-285750">
              <a:spcBef>
                <a:spcPct val="20000"/>
              </a:spcBef>
              <a:buFont typeface="Arial"/>
              <a:buChar char="•"/>
            </a:pPr>
            <a:r>
              <a:rPr lang="pl-PL"/>
              <a:t>Testy funkcjonalne</a:t>
            </a:r>
            <a:endParaRPr lang="en-US"/>
          </a:p>
          <a:p>
            <a:pPr marL="742950" lvl="1" indent="-285750">
              <a:spcBef>
                <a:spcPct val="20000"/>
              </a:spcBef>
              <a:buFont typeface="Arial,Sans-Serif"/>
              <a:buChar char="•"/>
            </a:pPr>
            <a:r>
              <a:rPr lang="pl-PL"/>
              <a:t>polegają na wykonaniu testów, które umożliwiają dokonanie oceny funkcji, jakie system ten powinien realizować (-&gt; wymagania funkcjonalne!)</a:t>
            </a:r>
            <a:br>
              <a:rPr lang="pl-PL">
                <a:cs typeface="+mn-lt"/>
              </a:rPr>
            </a:br>
            <a:r>
              <a:rPr lang="pl-PL"/>
              <a:t>Testowanie funkcjonalne pozwala sprawdzić „co” powinien robić dany system.</a:t>
            </a:r>
          </a:p>
          <a:p>
            <a:pPr marL="742950" lvl="1" indent="-285750">
              <a:spcBef>
                <a:spcPct val="20000"/>
              </a:spcBef>
              <a:buFont typeface="Arial,Sans-Serif"/>
              <a:buChar char="•"/>
            </a:pPr>
            <a:endParaRPr lang="pl-PL"/>
          </a:p>
          <a:p>
            <a:pPr marL="285750" indent="-285750">
              <a:spcBef>
                <a:spcPct val="20000"/>
              </a:spcBef>
              <a:buFont typeface="Arial,Sans-Serif"/>
              <a:buChar char="-"/>
            </a:pPr>
            <a:r>
              <a:rPr lang="pl-PL"/>
              <a:t>Testy niefunkcjonalne</a:t>
            </a:r>
            <a:endParaRPr lang="en-US"/>
          </a:p>
          <a:p>
            <a:pPr marL="742950" lvl="1" indent="-285750">
              <a:spcBef>
                <a:spcPct val="20000"/>
              </a:spcBef>
              <a:buFont typeface="Arial,Sans-Serif"/>
              <a:buChar char="•"/>
            </a:pPr>
            <a:r>
              <a:rPr lang="pl-PL"/>
              <a:t>Polegają na dokonaniu oceny charakterystyk systemów i oprogramowania, takich jak: użyteczność, wydajność, bezpieczeństwo itd. </a:t>
            </a:r>
            <a:br>
              <a:rPr lang="pl-PL"/>
            </a:br>
            <a:r>
              <a:rPr lang="pl-PL"/>
              <a:t>Testowanie niefunkcjonalne pozwala sprawdzić to, „jak dobrze” zachowuje się dany system.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W </a:t>
            </a:r>
            <a:r>
              <a:rPr lang="en-US" dirty="0" err="1">
                <a:cs typeface="Calibri"/>
              </a:rPr>
              <a:t>tej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tabelce</a:t>
            </a:r>
            <a:r>
              <a:rPr lang="en-US" dirty="0">
                <a:cs typeface="Calibri"/>
              </a:rPr>
              <a:t> z </a:t>
            </a:r>
            <a:r>
              <a:rPr lang="en-US" dirty="0" err="1">
                <a:cs typeface="Calibri"/>
              </a:rPr>
              <a:t>przykładem</a:t>
            </a:r>
            <a:r>
              <a:rPr lang="en-US" dirty="0">
                <a:cs typeface="Calibri"/>
              </a:rPr>
              <a:t> (</a:t>
            </a:r>
            <a:r>
              <a:rPr lang="en-US" dirty="0" err="1">
                <a:cs typeface="Calibri"/>
              </a:rPr>
              <a:t>kolorowa</a:t>
            </a:r>
            <a:r>
              <a:rPr lang="en-US" dirty="0">
                <a:cs typeface="Calibri"/>
              </a:rPr>
              <a:t>) jest </a:t>
            </a:r>
            <a:r>
              <a:rPr lang="en-US" dirty="0" err="1">
                <a:cs typeface="Calibri"/>
              </a:rPr>
              <a:t>babol</a:t>
            </a:r>
            <a:r>
              <a:rPr lang="en-US" dirty="0">
                <a:cs typeface="Calibri"/>
              </a:rPr>
              <a:t>, </a:t>
            </a:r>
            <a:r>
              <a:rPr lang="en-US" dirty="0" err="1">
                <a:cs typeface="Calibri"/>
              </a:rPr>
              <a:t>który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studenci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pięknie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wyłapali</a:t>
            </a:r>
            <a:r>
              <a:rPr lang="en-US" dirty="0">
                <a:cs typeface="Calibri"/>
              </a:rPr>
              <a:t> ;)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1 - Terracott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le 1"/>
          <p:cNvSpPr>
            <a:spLocks noGrp="1"/>
          </p:cNvSpPr>
          <p:nvPr>
            <p:ph type="ctrTitle" hasCustomPrompt="1"/>
          </p:nvPr>
        </p:nvSpPr>
        <p:spPr>
          <a:xfrm>
            <a:off x="380999" y="349437"/>
            <a:ext cx="5257799" cy="115694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sz="28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Presentation template title goes here in Galeria Medium</a:t>
            </a:r>
          </a:p>
        </p:txBody>
      </p:sp>
      <p:sp>
        <p:nvSpPr>
          <p:cNvPr id="105" name="Subtitle 2"/>
          <p:cNvSpPr>
            <a:spLocks noGrp="1"/>
          </p:cNvSpPr>
          <p:nvPr>
            <p:ph type="subTitle" idx="1" hasCustomPrompt="1"/>
          </p:nvPr>
        </p:nvSpPr>
        <p:spPr>
          <a:xfrm flipH="1">
            <a:off x="6099667" y="398028"/>
            <a:ext cx="2217421" cy="11569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  <a:lvl2pPr marL="342884" indent="0" algn="ctr">
              <a:buNone/>
              <a:defRPr sz="1500"/>
            </a:lvl2pPr>
            <a:lvl3pPr marL="685766" indent="0" algn="ctr">
              <a:buNone/>
              <a:defRPr sz="1350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5" indent="0" algn="ctr">
              <a:buNone/>
              <a:defRPr sz="1200"/>
            </a:lvl6pPr>
            <a:lvl7pPr marL="2057297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4" indent="0" algn="ctr">
              <a:buNone/>
              <a:defRPr sz="1200"/>
            </a:lvl9pPr>
          </a:lstStyle>
          <a:p>
            <a:r>
              <a:rPr lang="en-US" dirty="0"/>
              <a:t>Subtitle</a:t>
            </a:r>
          </a:p>
        </p:txBody>
      </p:sp>
      <p:sp>
        <p:nvSpPr>
          <p:cNvPr id="8" name="Graphic 2">
            <a:extLst>
              <a:ext uri="{FF2B5EF4-FFF2-40B4-BE49-F238E27FC236}">
                <a16:creationId xmlns:a16="http://schemas.microsoft.com/office/drawing/2014/main" id="{77E5DB4F-5D65-7D67-B615-CD8B417E74F7}"/>
              </a:ext>
            </a:extLst>
          </p:cNvPr>
          <p:cNvSpPr/>
          <p:nvPr userDrawn="1"/>
        </p:nvSpPr>
        <p:spPr>
          <a:xfrm>
            <a:off x="381000" y="4010324"/>
            <a:ext cx="11430000" cy="2490366"/>
          </a:xfrm>
          <a:custGeom>
            <a:avLst/>
            <a:gdLst>
              <a:gd name="connsiteX0" fmla="*/ 1472858 w 2385182"/>
              <a:gd name="connsiteY0" fmla="*/ 134062 h 519683"/>
              <a:gd name="connsiteX1" fmla="*/ 1894136 w 2385182"/>
              <a:gd name="connsiteY1" fmla="*/ 134062 h 519683"/>
              <a:gd name="connsiteX2" fmla="*/ 1894136 w 2385182"/>
              <a:gd name="connsiteY2" fmla="*/ 200602 h 519683"/>
              <a:gd name="connsiteX3" fmla="*/ 1545153 w 2385182"/>
              <a:gd name="connsiteY3" fmla="*/ 200602 h 519683"/>
              <a:gd name="connsiteX4" fmla="*/ 1545153 w 2385182"/>
              <a:gd name="connsiteY4" fmla="*/ 519543 h 519683"/>
              <a:gd name="connsiteX5" fmla="*/ 1472858 w 2385182"/>
              <a:gd name="connsiteY5" fmla="*/ 519543 h 519683"/>
              <a:gd name="connsiteX6" fmla="*/ 1472858 w 2385182"/>
              <a:gd name="connsiteY6" fmla="*/ 134062 h 519683"/>
              <a:gd name="connsiteX7" fmla="*/ 72295 w 2385182"/>
              <a:gd name="connsiteY7" fmla="*/ 200602 h 519683"/>
              <a:gd name="connsiteX8" fmla="*/ 421278 w 2385182"/>
              <a:gd name="connsiteY8" fmla="*/ 200602 h 519683"/>
              <a:gd name="connsiteX9" fmla="*/ 421278 w 2385182"/>
              <a:gd name="connsiteY9" fmla="*/ 134062 h 519683"/>
              <a:gd name="connsiteX10" fmla="*/ 82543 w 2385182"/>
              <a:gd name="connsiteY10" fmla="*/ 134062 h 519683"/>
              <a:gd name="connsiteX11" fmla="*/ 0 w 2385182"/>
              <a:gd name="connsiteY11" fmla="*/ 216605 h 519683"/>
              <a:gd name="connsiteX12" fmla="*/ 0 w 2385182"/>
              <a:gd name="connsiteY12" fmla="*/ 360073 h 519683"/>
              <a:gd name="connsiteX13" fmla="*/ 72295 w 2385182"/>
              <a:gd name="connsiteY13" fmla="*/ 360073 h 519683"/>
              <a:gd name="connsiteX14" fmla="*/ 348983 w 2385182"/>
              <a:gd name="connsiteY14" fmla="*/ 360073 h 519683"/>
              <a:gd name="connsiteX15" fmla="*/ 348983 w 2385182"/>
              <a:gd name="connsiteY15" fmla="*/ 453004 h 519683"/>
              <a:gd name="connsiteX16" fmla="*/ 0 w 2385182"/>
              <a:gd name="connsiteY16" fmla="*/ 453004 h 519683"/>
              <a:gd name="connsiteX17" fmla="*/ 0 w 2385182"/>
              <a:gd name="connsiteY17" fmla="*/ 519543 h 519683"/>
              <a:gd name="connsiteX18" fmla="*/ 338595 w 2385182"/>
              <a:gd name="connsiteY18" fmla="*/ 519543 h 519683"/>
              <a:gd name="connsiteX19" fmla="*/ 421278 w 2385182"/>
              <a:gd name="connsiteY19" fmla="*/ 436860 h 519683"/>
              <a:gd name="connsiteX20" fmla="*/ 421278 w 2385182"/>
              <a:gd name="connsiteY20" fmla="*/ 293533 h 519683"/>
              <a:gd name="connsiteX21" fmla="*/ 72295 w 2385182"/>
              <a:gd name="connsiteY21" fmla="*/ 293533 h 519683"/>
              <a:gd name="connsiteX22" fmla="*/ 72295 w 2385182"/>
              <a:gd name="connsiteY22" fmla="*/ 200461 h 519683"/>
              <a:gd name="connsiteX23" fmla="*/ 912184 w 2385182"/>
              <a:gd name="connsiteY23" fmla="*/ 293533 h 519683"/>
              <a:gd name="connsiteX24" fmla="*/ 912184 w 2385182"/>
              <a:gd name="connsiteY24" fmla="*/ 293533 h 519683"/>
              <a:gd name="connsiteX25" fmla="*/ 912184 w 2385182"/>
              <a:gd name="connsiteY25" fmla="*/ 360073 h 519683"/>
              <a:gd name="connsiteX26" fmla="*/ 912184 w 2385182"/>
              <a:gd name="connsiteY26" fmla="*/ 360073 h 519683"/>
              <a:gd name="connsiteX27" fmla="*/ 912184 w 2385182"/>
              <a:gd name="connsiteY27" fmla="*/ 453004 h 519683"/>
              <a:gd name="connsiteX28" fmla="*/ 912184 w 2385182"/>
              <a:gd name="connsiteY28" fmla="*/ 453004 h 519683"/>
              <a:gd name="connsiteX29" fmla="*/ 912184 w 2385182"/>
              <a:gd name="connsiteY29" fmla="*/ 519543 h 519683"/>
              <a:gd name="connsiteX30" fmla="*/ 573449 w 2385182"/>
              <a:gd name="connsiteY30" fmla="*/ 519543 h 519683"/>
              <a:gd name="connsiteX31" fmla="*/ 490906 w 2385182"/>
              <a:gd name="connsiteY31" fmla="*/ 437000 h 519683"/>
              <a:gd name="connsiteX32" fmla="*/ 490906 w 2385182"/>
              <a:gd name="connsiteY32" fmla="*/ 293673 h 519683"/>
              <a:gd name="connsiteX33" fmla="*/ 839888 w 2385182"/>
              <a:gd name="connsiteY33" fmla="*/ 293673 h 519683"/>
              <a:gd name="connsiteX34" fmla="*/ 839888 w 2385182"/>
              <a:gd name="connsiteY34" fmla="*/ 200602 h 519683"/>
              <a:gd name="connsiteX35" fmla="*/ 490906 w 2385182"/>
              <a:gd name="connsiteY35" fmla="*/ 200602 h 519683"/>
              <a:gd name="connsiteX36" fmla="*/ 490906 w 2385182"/>
              <a:gd name="connsiteY36" fmla="*/ 134062 h 519683"/>
              <a:gd name="connsiteX37" fmla="*/ 829641 w 2385182"/>
              <a:gd name="connsiteY37" fmla="*/ 134062 h 519683"/>
              <a:gd name="connsiteX38" fmla="*/ 829641 w 2385182"/>
              <a:gd name="connsiteY38" fmla="*/ 134062 h 519683"/>
              <a:gd name="connsiteX39" fmla="*/ 912184 w 2385182"/>
              <a:gd name="connsiteY39" fmla="*/ 216605 h 519683"/>
              <a:gd name="connsiteX40" fmla="*/ 912184 w 2385182"/>
              <a:gd name="connsiteY40" fmla="*/ 293533 h 519683"/>
              <a:gd name="connsiteX41" fmla="*/ 839888 w 2385182"/>
              <a:gd name="connsiteY41" fmla="*/ 360073 h 519683"/>
              <a:gd name="connsiteX42" fmla="*/ 563201 w 2385182"/>
              <a:gd name="connsiteY42" fmla="*/ 360073 h 519683"/>
              <a:gd name="connsiteX43" fmla="*/ 563201 w 2385182"/>
              <a:gd name="connsiteY43" fmla="*/ 453004 h 519683"/>
              <a:gd name="connsiteX44" fmla="*/ 839888 w 2385182"/>
              <a:gd name="connsiteY44" fmla="*/ 453004 h 519683"/>
              <a:gd name="connsiteX45" fmla="*/ 839888 w 2385182"/>
              <a:gd name="connsiteY45" fmla="*/ 360073 h 519683"/>
              <a:gd name="connsiteX46" fmla="*/ 1054107 w 2385182"/>
              <a:gd name="connsiteY46" fmla="*/ 134062 h 519683"/>
              <a:gd name="connsiteX47" fmla="*/ 1403090 w 2385182"/>
              <a:gd name="connsiteY47" fmla="*/ 134062 h 519683"/>
              <a:gd name="connsiteX48" fmla="*/ 1403090 w 2385182"/>
              <a:gd name="connsiteY48" fmla="*/ 200602 h 519683"/>
              <a:gd name="connsiteX49" fmla="*/ 1403090 w 2385182"/>
              <a:gd name="connsiteY49" fmla="*/ 200602 h 519683"/>
              <a:gd name="connsiteX50" fmla="*/ 1403090 w 2385182"/>
              <a:gd name="connsiteY50" fmla="*/ 437000 h 519683"/>
              <a:gd name="connsiteX51" fmla="*/ 1320547 w 2385182"/>
              <a:gd name="connsiteY51" fmla="*/ 519543 h 519683"/>
              <a:gd name="connsiteX52" fmla="*/ 981952 w 2385182"/>
              <a:gd name="connsiteY52" fmla="*/ 519543 h 519683"/>
              <a:gd name="connsiteX53" fmla="*/ 981952 w 2385182"/>
              <a:gd name="connsiteY53" fmla="*/ 0 h 519683"/>
              <a:gd name="connsiteX54" fmla="*/ 1054247 w 2385182"/>
              <a:gd name="connsiteY54" fmla="*/ 0 h 519683"/>
              <a:gd name="connsiteX55" fmla="*/ 1054247 w 2385182"/>
              <a:gd name="connsiteY55" fmla="*/ 134062 h 519683"/>
              <a:gd name="connsiteX56" fmla="*/ 1054107 w 2385182"/>
              <a:gd name="connsiteY56" fmla="*/ 200602 h 519683"/>
              <a:gd name="connsiteX57" fmla="*/ 1054107 w 2385182"/>
              <a:gd name="connsiteY57" fmla="*/ 453004 h 519683"/>
              <a:gd name="connsiteX58" fmla="*/ 1330794 w 2385182"/>
              <a:gd name="connsiteY58" fmla="*/ 453004 h 519683"/>
              <a:gd name="connsiteX59" fmla="*/ 1330794 w 2385182"/>
              <a:gd name="connsiteY59" fmla="*/ 200602 h 519683"/>
              <a:gd name="connsiteX60" fmla="*/ 1054107 w 2385182"/>
              <a:gd name="connsiteY60" fmla="*/ 200602 h 519683"/>
              <a:gd name="connsiteX61" fmla="*/ 2036200 w 2385182"/>
              <a:gd name="connsiteY61" fmla="*/ 360073 h 519683"/>
              <a:gd name="connsiteX62" fmla="*/ 2036200 w 2385182"/>
              <a:gd name="connsiteY62" fmla="*/ 453144 h 519683"/>
              <a:gd name="connsiteX63" fmla="*/ 2385182 w 2385182"/>
              <a:gd name="connsiteY63" fmla="*/ 453144 h 519683"/>
              <a:gd name="connsiteX64" fmla="*/ 2385182 w 2385182"/>
              <a:gd name="connsiteY64" fmla="*/ 519684 h 519683"/>
              <a:gd name="connsiteX65" fmla="*/ 2046447 w 2385182"/>
              <a:gd name="connsiteY65" fmla="*/ 519684 h 519683"/>
              <a:gd name="connsiteX66" fmla="*/ 1963904 w 2385182"/>
              <a:gd name="connsiteY66" fmla="*/ 437141 h 519683"/>
              <a:gd name="connsiteX67" fmla="*/ 1963904 w 2385182"/>
              <a:gd name="connsiteY67" fmla="*/ 360213 h 519683"/>
              <a:gd name="connsiteX68" fmla="*/ 1963904 w 2385182"/>
              <a:gd name="connsiteY68" fmla="*/ 360213 h 519683"/>
              <a:gd name="connsiteX69" fmla="*/ 1963904 w 2385182"/>
              <a:gd name="connsiteY69" fmla="*/ 293673 h 519683"/>
              <a:gd name="connsiteX70" fmla="*/ 1963904 w 2385182"/>
              <a:gd name="connsiteY70" fmla="*/ 293673 h 519683"/>
              <a:gd name="connsiteX71" fmla="*/ 1963904 w 2385182"/>
              <a:gd name="connsiteY71" fmla="*/ 200742 h 519683"/>
              <a:gd name="connsiteX72" fmla="*/ 1963904 w 2385182"/>
              <a:gd name="connsiteY72" fmla="*/ 200742 h 519683"/>
              <a:gd name="connsiteX73" fmla="*/ 1963904 w 2385182"/>
              <a:gd name="connsiteY73" fmla="*/ 134202 h 519683"/>
              <a:gd name="connsiteX74" fmla="*/ 2302639 w 2385182"/>
              <a:gd name="connsiteY74" fmla="*/ 134202 h 519683"/>
              <a:gd name="connsiteX75" fmla="*/ 2385182 w 2385182"/>
              <a:gd name="connsiteY75" fmla="*/ 216745 h 519683"/>
              <a:gd name="connsiteX76" fmla="*/ 2385182 w 2385182"/>
              <a:gd name="connsiteY76" fmla="*/ 360073 h 519683"/>
              <a:gd name="connsiteX77" fmla="*/ 2036200 w 2385182"/>
              <a:gd name="connsiteY77" fmla="*/ 360073 h 519683"/>
              <a:gd name="connsiteX78" fmla="*/ 2036200 w 2385182"/>
              <a:gd name="connsiteY78" fmla="*/ 293533 h 519683"/>
              <a:gd name="connsiteX79" fmla="*/ 2312887 w 2385182"/>
              <a:gd name="connsiteY79" fmla="*/ 293533 h 519683"/>
              <a:gd name="connsiteX80" fmla="*/ 2312887 w 2385182"/>
              <a:gd name="connsiteY80" fmla="*/ 200602 h 519683"/>
              <a:gd name="connsiteX81" fmla="*/ 2036200 w 2385182"/>
              <a:gd name="connsiteY81" fmla="*/ 200602 h 519683"/>
              <a:gd name="connsiteX82" fmla="*/ 2036200 w 2385182"/>
              <a:gd name="connsiteY82" fmla="*/ 293533 h 519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385182" h="519683">
                <a:moveTo>
                  <a:pt x="1472858" y="134062"/>
                </a:moveTo>
                <a:lnTo>
                  <a:pt x="1894136" y="134062"/>
                </a:lnTo>
                <a:lnTo>
                  <a:pt x="1894136" y="200602"/>
                </a:lnTo>
                <a:lnTo>
                  <a:pt x="1545153" y="200602"/>
                </a:lnTo>
                <a:lnTo>
                  <a:pt x="1545153" y="519543"/>
                </a:lnTo>
                <a:lnTo>
                  <a:pt x="1472858" y="519543"/>
                </a:lnTo>
                <a:lnTo>
                  <a:pt x="1472858" y="134062"/>
                </a:lnTo>
                <a:close/>
                <a:moveTo>
                  <a:pt x="72295" y="200602"/>
                </a:moveTo>
                <a:lnTo>
                  <a:pt x="421278" y="200602"/>
                </a:lnTo>
                <a:lnTo>
                  <a:pt x="421278" y="134062"/>
                </a:lnTo>
                <a:lnTo>
                  <a:pt x="82543" y="134062"/>
                </a:lnTo>
                <a:lnTo>
                  <a:pt x="0" y="216605"/>
                </a:lnTo>
                <a:lnTo>
                  <a:pt x="0" y="360073"/>
                </a:lnTo>
                <a:lnTo>
                  <a:pt x="72295" y="360073"/>
                </a:lnTo>
                <a:cubicBezTo>
                  <a:pt x="72295" y="360073"/>
                  <a:pt x="348983" y="360073"/>
                  <a:pt x="348983" y="360073"/>
                </a:cubicBezTo>
                <a:lnTo>
                  <a:pt x="348983" y="453004"/>
                </a:lnTo>
                <a:lnTo>
                  <a:pt x="0" y="453004"/>
                </a:lnTo>
                <a:lnTo>
                  <a:pt x="0" y="519543"/>
                </a:lnTo>
                <a:lnTo>
                  <a:pt x="338595" y="519543"/>
                </a:lnTo>
                <a:lnTo>
                  <a:pt x="421278" y="436860"/>
                </a:lnTo>
                <a:lnTo>
                  <a:pt x="421278" y="293533"/>
                </a:lnTo>
                <a:cubicBezTo>
                  <a:pt x="421278" y="293533"/>
                  <a:pt x="72295" y="293533"/>
                  <a:pt x="72295" y="293533"/>
                </a:cubicBezTo>
                <a:lnTo>
                  <a:pt x="72295" y="200461"/>
                </a:lnTo>
                <a:close/>
                <a:moveTo>
                  <a:pt x="912184" y="293533"/>
                </a:moveTo>
                <a:lnTo>
                  <a:pt x="912184" y="293533"/>
                </a:lnTo>
                <a:lnTo>
                  <a:pt x="912184" y="360073"/>
                </a:lnTo>
                <a:lnTo>
                  <a:pt x="912184" y="360073"/>
                </a:lnTo>
                <a:lnTo>
                  <a:pt x="912184" y="453004"/>
                </a:lnTo>
                <a:lnTo>
                  <a:pt x="912184" y="453004"/>
                </a:lnTo>
                <a:lnTo>
                  <a:pt x="912184" y="519543"/>
                </a:lnTo>
                <a:lnTo>
                  <a:pt x="573449" y="519543"/>
                </a:lnTo>
                <a:lnTo>
                  <a:pt x="490906" y="437000"/>
                </a:lnTo>
                <a:lnTo>
                  <a:pt x="490906" y="293673"/>
                </a:lnTo>
                <a:lnTo>
                  <a:pt x="839888" y="293673"/>
                </a:lnTo>
                <a:lnTo>
                  <a:pt x="839888" y="200602"/>
                </a:lnTo>
                <a:lnTo>
                  <a:pt x="490906" y="200602"/>
                </a:lnTo>
                <a:lnTo>
                  <a:pt x="490906" y="134062"/>
                </a:lnTo>
                <a:lnTo>
                  <a:pt x="829641" y="134062"/>
                </a:lnTo>
                <a:cubicBezTo>
                  <a:pt x="829641" y="134062"/>
                  <a:pt x="829641" y="134062"/>
                  <a:pt x="829641" y="134062"/>
                </a:cubicBezTo>
                <a:lnTo>
                  <a:pt x="912184" y="216605"/>
                </a:lnTo>
                <a:lnTo>
                  <a:pt x="912184" y="293533"/>
                </a:lnTo>
                <a:close/>
                <a:moveTo>
                  <a:pt x="839888" y="360073"/>
                </a:moveTo>
                <a:lnTo>
                  <a:pt x="563201" y="360073"/>
                </a:lnTo>
                <a:lnTo>
                  <a:pt x="563201" y="453004"/>
                </a:lnTo>
                <a:lnTo>
                  <a:pt x="839888" y="453004"/>
                </a:lnTo>
                <a:lnTo>
                  <a:pt x="839888" y="360073"/>
                </a:lnTo>
                <a:close/>
                <a:moveTo>
                  <a:pt x="1054107" y="134062"/>
                </a:moveTo>
                <a:lnTo>
                  <a:pt x="1403090" y="134062"/>
                </a:lnTo>
                <a:lnTo>
                  <a:pt x="1403090" y="200602"/>
                </a:lnTo>
                <a:lnTo>
                  <a:pt x="1403090" y="200602"/>
                </a:lnTo>
                <a:lnTo>
                  <a:pt x="1403090" y="437000"/>
                </a:lnTo>
                <a:lnTo>
                  <a:pt x="1320547" y="519543"/>
                </a:lnTo>
                <a:lnTo>
                  <a:pt x="981952" y="519543"/>
                </a:lnTo>
                <a:lnTo>
                  <a:pt x="981952" y="0"/>
                </a:lnTo>
                <a:lnTo>
                  <a:pt x="1054247" y="0"/>
                </a:lnTo>
                <a:lnTo>
                  <a:pt x="1054247" y="134062"/>
                </a:lnTo>
                <a:close/>
                <a:moveTo>
                  <a:pt x="1054107" y="200602"/>
                </a:moveTo>
                <a:lnTo>
                  <a:pt x="1054107" y="453004"/>
                </a:lnTo>
                <a:lnTo>
                  <a:pt x="1330794" y="453004"/>
                </a:lnTo>
                <a:lnTo>
                  <a:pt x="1330794" y="200602"/>
                </a:lnTo>
                <a:lnTo>
                  <a:pt x="1054107" y="200602"/>
                </a:lnTo>
                <a:close/>
                <a:moveTo>
                  <a:pt x="2036200" y="360073"/>
                </a:moveTo>
                <a:lnTo>
                  <a:pt x="2036200" y="453144"/>
                </a:lnTo>
                <a:lnTo>
                  <a:pt x="2385182" y="453144"/>
                </a:lnTo>
                <a:lnTo>
                  <a:pt x="2385182" y="519684"/>
                </a:lnTo>
                <a:lnTo>
                  <a:pt x="2046447" y="519684"/>
                </a:lnTo>
                <a:lnTo>
                  <a:pt x="1963904" y="437141"/>
                </a:lnTo>
                <a:lnTo>
                  <a:pt x="1963904" y="360213"/>
                </a:lnTo>
                <a:lnTo>
                  <a:pt x="1963904" y="360213"/>
                </a:lnTo>
                <a:lnTo>
                  <a:pt x="1963904" y="293673"/>
                </a:lnTo>
                <a:lnTo>
                  <a:pt x="1963904" y="293673"/>
                </a:lnTo>
                <a:lnTo>
                  <a:pt x="1963904" y="200742"/>
                </a:lnTo>
                <a:lnTo>
                  <a:pt x="1963904" y="200742"/>
                </a:lnTo>
                <a:lnTo>
                  <a:pt x="1963904" y="134202"/>
                </a:lnTo>
                <a:lnTo>
                  <a:pt x="2302639" y="134202"/>
                </a:lnTo>
                <a:lnTo>
                  <a:pt x="2385182" y="216745"/>
                </a:lnTo>
                <a:lnTo>
                  <a:pt x="2385182" y="360073"/>
                </a:lnTo>
                <a:lnTo>
                  <a:pt x="2036200" y="360073"/>
                </a:lnTo>
                <a:close/>
                <a:moveTo>
                  <a:pt x="2036200" y="293533"/>
                </a:moveTo>
                <a:lnTo>
                  <a:pt x="2312887" y="293533"/>
                </a:lnTo>
                <a:lnTo>
                  <a:pt x="2312887" y="200602"/>
                </a:lnTo>
                <a:lnTo>
                  <a:pt x="2036200" y="200602"/>
                </a:lnTo>
                <a:lnTo>
                  <a:pt x="2036200" y="293533"/>
                </a:lnTo>
                <a:close/>
              </a:path>
            </a:pathLst>
          </a:custGeom>
          <a:solidFill>
            <a:schemeClr val="tx1"/>
          </a:solidFill>
          <a:ln w="14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Graphic 9">
            <a:extLst>
              <a:ext uri="{FF2B5EF4-FFF2-40B4-BE49-F238E27FC236}">
                <a16:creationId xmlns:a16="http://schemas.microsoft.com/office/drawing/2014/main" id="{552B877C-6B83-7237-6AD6-CB87E5D4FBE8}"/>
              </a:ext>
            </a:extLst>
          </p:cNvPr>
          <p:cNvSpPr/>
          <p:nvPr/>
        </p:nvSpPr>
        <p:spPr>
          <a:xfrm>
            <a:off x="11209020" y="398028"/>
            <a:ext cx="601980" cy="601935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rgbClr val="000000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BA52435-EEDB-776D-1EB4-C56F20C1140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77956" y="398028"/>
            <a:ext cx="1970195" cy="1156944"/>
          </a:xfrm>
        </p:spPr>
        <p:txBody>
          <a:bodyPr vert="horz" lIns="0" tIns="0" rIns="0" bIns="0" rtlCol="0">
            <a:noAutofit/>
          </a:bodyPr>
          <a:lstStyle>
            <a:lvl1pPr>
              <a:defRPr lang="en-US" sz="1400" b="0" dirty="0"/>
            </a:lvl1pPr>
          </a:lstStyle>
          <a:p>
            <a:pPr lvl="0">
              <a:spcBef>
                <a:spcPts val="0"/>
              </a:spcBef>
            </a:pPr>
            <a:r>
              <a:rPr lang="en-US" dirty="0"/>
              <a:t>Date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543705-4A6E-0BCF-2DB6-959C1FC5EF32}"/>
              </a:ext>
            </a:extLst>
          </p:cNvPr>
          <p:cNvSpPr txBox="1"/>
          <p:nvPr userDrawn="1"/>
        </p:nvSpPr>
        <p:spPr>
          <a:xfrm>
            <a:off x="11851757" y="6325229"/>
            <a:ext cx="175426" cy="1679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®</a:t>
            </a:r>
          </a:p>
        </p:txBody>
      </p:sp>
    </p:spTree>
    <p:extLst>
      <p:ext uri="{BB962C8B-B14F-4D97-AF65-F5344CB8AC3E}">
        <p14:creationId xmlns:p14="http://schemas.microsoft.com/office/powerpoint/2010/main" val="3240603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1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ubtitle 2"/>
          <p:cNvSpPr>
            <a:spLocks noGrp="1"/>
          </p:cNvSpPr>
          <p:nvPr>
            <p:ph type="subTitle" idx="1" hasCustomPrompt="1"/>
          </p:nvPr>
        </p:nvSpPr>
        <p:spPr>
          <a:xfrm flipH="1">
            <a:off x="6099667" y="398028"/>
            <a:ext cx="2217421" cy="11569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bg2"/>
                </a:solidFill>
                <a:latin typeface="+mn-lt"/>
              </a:defRPr>
            </a:lvl1pPr>
            <a:lvl2pPr marL="342884" indent="0" algn="ctr">
              <a:buNone/>
              <a:defRPr sz="1500"/>
            </a:lvl2pPr>
            <a:lvl3pPr marL="685766" indent="0" algn="ctr">
              <a:buNone/>
              <a:defRPr sz="1350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5" indent="0" algn="ctr">
              <a:buNone/>
              <a:defRPr sz="1200"/>
            </a:lvl6pPr>
            <a:lvl7pPr marL="2057297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4" indent="0" algn="ctr">
              <a:buNone/>
              <a:defRPr sz="1200"/>
            </a:lvl9pPr>
          </a:lstStyle>
          <a:p>
            <a:r>
              <a:rPr lang="en-US" dirty="0"/>
              <a:t>Subtitle</a:t>
            </a:r>
          </a:p>
        </p:txBody>
      </p:sp>
      <p:sp>
        <p:nvSpPr>
          <p:cNvPr id="8" name="Graphic 2">
            <a:extLst>
              <a:ext uri="{FF2B5EF4-FFF2-40B4-BE49-F238E27FC236}">
                <a16:creationId xmlns:a16="http://schemas.microsoft.com/office/drawing/2014/main" id="{77E5DB4F-5D65-7D67-B615-CD8B417E74F7}"/>
              </a:ext>
            </a:extLst>
          </p:cNvPr>
          <p:cNvSpPr/>
          <p:nvPr userDrawn="1"/>
        </p:nvSpPr>
        <p:spPr>
          <a:xfrm>
            <a:off x="381000" y="4010324"/>
            <a:ext cx="11430000" cy="2490366"/>
          </a:xfrm>
          <a:custGeom>
            <a:avLst/>
            <a:gdLst>
              <a:gd name="connsiteX0" fmla="*/ 1472858 w 2385182"/>
              <a:gd name="connsiteY0" fmla="*/ 134062 h 519683"/>
              <a:gd name="connsiteX1" fmla="*/ 1894136 w 2385182"/>
              <a:gd name="connsiteY1" fmla="*/ 134062 h 519683"/>
              <a:gd name="connsiteX2" fmla="*/ 1894136 w 2385182"/>
              <a:gd name="connsiteY2" fmla="*/ 200602 h 519683"/>
              <a:gd name="connsiteX3" fmla="*/ 1545153 w 2385182"/>
              <a:gd name="connsiteY3" fmla="*/ 200602 h 519683"/>
              <a:gd name="connsiteX4" fmla="*/ 1545153 w 2385182"/>
              <a:gd name="connsiteY4" fmla="*/ 519543 h 519683"/>
              <a:gd name="connsiteX5" fmla="*/ 1472858 w 2385182"/>
              <a:gd name="connsiteY5" fmla="*/ 519543 h 519683"/>
              <a:gd name="connsiteX6" fmla="*/ 1472858 w 2385182"/>
              <a:gd name="connsiteY6" fmla="*/ 134062 h 519683"/>
              <a:gd name="connsiteX7" fmla="*/ 72295 w 2385182"/>
              <a:gd name="connsiteY7" fmla="*/ 200602 h 519683"/>
              <a:gd name="connsiteX8" fmla="*/ 421278 w 2385182"/>
              <a:gd name="connsiteY8" fmla="*/ 200602 h 519683"/>
              <a:gd name="connsiteX9" fmla="*/ 421278 w 2385182"/>
              <a:gd name="connsiteY9" fmla="*/ 134062 h 519683"/>
              <a:gd name="connsiteX10" fmla="*/ 82543 w 2385182"/>
              <a:gd name="connsiteY10" fmla="*/ 134062 h 519683"/>
              <a:gd name="connsiteX11" fmla="*/ 0 w 2385182"/>
              <a:gd name="connsiteY11" fmla="*/ 216605 h 519683"/>
              <a:gd name="connsiteX12" fmla="*/ 0 w 2385182"/>
              <a:gd name="connsiteY12" fmla="*/ 360073 h 519683"/>
              <a:gd name="connsiteX13" fmla="*/ 72295 w 2385182"/>
              <a:gd name="connsiteY13" fmla="*/ 360073 h 519683"/>
              <a:gd name="connsiteX14" fmla="*/ 348983 w 2385182"/>
              <a:gd name="connsiteY14" fmla="*/ 360073 h 519683"/>
              <a:gd name="connsiteX15" fmla="*/ 348983 w 2385182"/>
              <a:gd name="connsiteY15" fmla="*/ 453004 h 519683"/>
              <a:gd name="connsiteX16" fmla="*/ 0 w 2385182"/>
              <a:gd name="connsiteY16" fmla="*/ 453004 h 519683"/>
              <a:gd name="connsiteX17" fmla="*/ 0 w 2385182"/>
              <a:gd name="connsiteY17" fmla="*/ 519543 h 519683"/>
              <a:gd name="connsiteX18" fmla="*/ 338595 w 2385182"/>
              <a:gd name="connsiteY18" fmla="*/ 519543 h 519683"/>
              <a:gd name="connsiteX19" fmla="*/ 421278 w 2385182"/>
              <a:gd name="connsiteY19" fmla="*/ 436860 h 519683"/>
              <a:gd name="connsiteX20" fmla="*/ 421278 w 2385182"/>
              <a:gd name="connsiteY20" fmla="*/ 293533 h 519683"/>
              <a:gd name="connsiteX21" fmla="*/ 72295 w 2385182"/>
              <a:gd name="connsiteY21" fmla="*/ 293533 h 519683"/>
              <a:gd name="connsiteX22" fmla="*/ 72295 w 2385182"/>
              <a:gd name="connsiteY22" fmla="*/ 200461 h 519683"/>
              <a:gd name="connsiteX23" fmla="*/ 912184 w 2385182"/>
              <a:gd name="connsiteY23" fmla="*/ 293533 h 519683"/>
              <a:gd name="connsiteX24" fmla="*/ 912184 w 2385182"/>
              <a:gd name="connsiteY24" fmla="*/ 293533 h 519683"/>
              <a:gd name="connsiteX25" fmla="*/ 912184 w 2385182"/>
              <a:gd name="connsiteY25" fmla="*/ 360073 h 519683"/>
              <a:gd name="connsiteX26" fmla="*/ 912184 w 2385182"/>
              <a:gd name="connsiteY26" fmla="*/ 360073 h 519683"/>
              <a:gd name="connsiteX27" fmla="*/ 912184 w 2385182"/>
              <a:gd name="connsiteY27" fmla="*/ 453004 h 519683"/>
              <a:gd name="connsiteX28" fmla="*/ 912184 w 2385182"/>
              <a:gd name="connsiteY28" fmla="*/ 453004 h 519683"/>
              <a:gd name="connsiteX29" fmla="*/ 912184 w 2385182"/>
              <a:gd name="connsiteY29" fmla="*/ 519543 h 519683"/>
              <a:gd name="connsiteX30" fmla="*/ 573449 w 2385182"/>
              <a:gd name="connsiteY30" fmla="*/ 519543 h 519683"/>
              <a:gd name="connsiteX31" fmla="*/ 490906 w 2385182"/>
              <a:gd name="connsiteY31" fmla="*/ 437000 h 519683"/>
              <a:gd name="connsiteX32" fmla="*/ 490906 w 2385182"/>
              <a:gd name="connsiteY32" fmla="*/ 293673 h 519683"/>
              <a:gd name="connsiteX33" fmla="*/ 839888 w 2385182"/>
              <a:gd name="connsiteY33" fmla="*/ 293673 h 519683"/>
              <a:gd name="connsiteX34" fmla="*/ 839888 w 2385182"/>
              <a:gd name="connsiteY34" fmla="*/ 200602 h 519683"/>
              <a:gd name="connsiteX35" fmla="*/ 490906 w 2385182"/>
              <a:gd name="connsiteY35" fmla="*/ 200602 h 519683"/>
              <a:gd name="connsiteX36" fmla="*/ 490906 w 2385182"/>
              <a:gd name="connsiteY36" fmla="*/ 134062 h 519683"/>
              <a:gd name="connsiteX37" fmla="*/ 829641 w 2385182"/>
              <a:gd name="connsiteY37" fmla="*/ 134062 h 519683"/>
              <a:gd name="connsiteX38" fmla="*/ 829641 w 2385182"/>
              <a:gd name="connsiteY38" fmla="*/ 134062 h 519683"/>
              <a:gd name="connsiteX39" fmla="*/ 912184 w 2385182"/>
              <a:gd name="connsiteY39" fmla="*/ 216605 h 519683"/>
              <a:gd name="connsiteX40" fmla="*/ 912184 w 2385182"/>
              <a:gd name="connsiteY40" fmla="*/ 293533 h 519683"/>
              <a:gd name="connsiteX41" fmla="*/ 839888 w 2385182"/>
              <a:gd name="connsiteY41" fmla="*/ 360073 h 519683"/>
              <a:gd name="connsiteX42" fmla="*/ 563201 w 2385182"/>
              <a:gd name="connsiteY42" fmla="*/ 360073 h 519683"/>
              <a:gd name="connsiteX43" fmla="*/ 563201 w 2385182"/>
              <a:gd name="connsiteY43" fmla="*/ 453004 h 519683"/>
              <a:gd name="connsiteX44" fmla="*/ 839888 w 2385182"/>
              <a:gd name="connsiteY44" fmla="*/ 453004 h 519683"/>
              <a:gd name="connsiteX45" fmla="*/ 839888 w 2385182"/>
              <a:gd name="connsiteY45" fmla="*/ 360073 h 519683"/>
              <a:gd name="connsiteX46" fmla="*/ 1054107 w 2385182"/>
              <a:gd name="connsiteY46" fmla="*/ 134062 h 519683"/>
              <a:gd name="connsiteX47" fmla="*/ 1403090 w 2385182"/>
              <a:gd name="connsiteY47" fmla="*/ 134062 h 519683"/>
              <a:gd name="connsiteX48" fmla="*/ 1403090 w 2385182"/>
              <a:gd name="connsiteY48" fmla="*/ 200602 h 519683"/>
              <a:gd name="connsiteX49" fmla="*/ 1403090 w 2385182"/>
              <a:gd name="connsiteY49" fmla="*/ 200602 h 519683"/>
              <a:gd name="connsiteX50" fmla="*/ 1403090 w 2385182"/>
              <a:gd name="connsiteY50" fmla="*/ 437000 h 519683"/>
              <a:gd name="connsiteX51" fmla="*/ 1320547 w 2385182"/>
              <a:gd name="connsiteY51" fmla="*/ 519543 h 519683"/>
              <a:gd name="connsiteX52" fmla="*/ 981952 w 2385182"/>
              <a:gd name="connsiteY52" fmla="*/ 519543 h 519683"/>
              <a:gd name="connsiteX53" fmla="*/ 981952 w 2385182"/>
              <a:gd name="connsiteY53" fmla="*/ 0 h 519683"/>
              <a:gd name="connsiteX54" fmla="*/ 1054247 w 2385182"/>
              <a:gd name="connsiteY54" fmla="*/ 0 h 519683"/>
              <a:gd name="connsiteX55" fmla="*/ 1054247 w 2385182"/>
              <a:gd name="connsiteY55" fmla="*/ 134062 h 519683"/>
              <a:gd name="connsiteX56" fmla="*/ 1054107 w 2385182"/>
              <a:gd name="connsiteY56" fmla="*/ 200602 h 519683"/>
              <a:gd name="connsiteX57" fmla="*/ 1054107 w 2385182"/>
              <a:gd name="connsiteY57" fmla="*/ 453004 h 519683"/>
              <a:gd name="connsiteX58" fmla="*/ 1330794 w 2385182"/>
              <a:gd name="connsiteY58" fmla="*/ 453004 h 519683"/>
              <a:gd name="connsiteX59" fmla="*/ 1330794 w 2385182"/>
              <a:gd name="connsiteY59" fmla="*/ 200602 h 519683"/>
              <a:gd name="connsiteX60" fmla="*/ 1054107 w 2385182"/>
              <a:gd name="connsiteY60" fmla="*/ 200602 h 519683"/>
              <a:gd name="connsiteX61" fmla="*/ 2036200 w 2385182"/>
              <a:gd name="connsiteY61" fmla="*/ 360073 h 519683"/>
              <a:gd name="connsiteX62" fmla="*/ 2036200 w 2385182"/>
              <a:gd name="connsiteY62" fmla="*/ 453144 h 519683"/>
              <a:gd name="connsiteX63" fmla="*/ 2385182 w 2385182"/>
              <a:gd name="connsiteY63" fmla="*/ 453144 h 519683"/>
              <a:gd name="connsiteX64" fmla="*/ 2385182 w 2385182"/>
              <a:gd name="connsiteY64" fmla="*/ 519684 h 519683"/>
              <a:gd name="connsiteX65" fmla="*/ 2046447 w 2385182"/>
              <a:gd name="connsiteY65" fmla="*/ 519684 h 519683"/>
              <a:gd name="connsiteX66" fmla="*/ 1963904 w 2385182"/>
              <a:gd name="connsiteY66" fmla="*/ 437141 h 519683"/>
              <a:gd name="connsiteX67" fmla="*/ 1963904 w 2385182"/>
              <a:gd name="connsiteY67" fmla="*/ 360213 h 519683"/>
              <a:gd name="connsiteX68" fmla="*/ 1963904 w 2385182"/>
              <a:gd name="connsiteY68" fmla="*/ 360213 h 519683"/>
              <a:gd name="connsiteX69" fmla="*/ 1963904 w 2385182"/>
              <a:gd name="connsiteY69" fmla="*/ 293673 h 519683"/>
              <a:gd name="connsiteX70" fmla="*/ 1963904 w 2385182"/>
              <a:gd name="connsiteY70" fmla="*/ 293673 h 519683"/>
              <a:gd name="connsiteX71" fmla="*/ 1963904 w 2385182"/>
              <a:gd name="connsiteY71" fmla="*/ 200742 h 519683"/>
              <a:gd name="connsiteX72" fmla="*/ 1963904 w 2385182"/>
              <a:gd name="connsiteY72" fmla="*/ 200742 h 519683"/>
              <a:gd name="connsiteX73" fmla="*/ 1963904 w 2385182"/>
              <a:gd name="connsiteY73" fmla="*/ 134202 h 519683"/>
              <a:gd name="connsiteX74" fmla="*/ 2302639 w 2385182"/>
              <a:gd name="connsiteY74" fmla="*/ 134202 h 519683"/>
              <a:gd name="connsiteX75" fmla="*/ 2385182 w 2385182"/>
              <a:gd name="connsiteY75" fmla="*/ 216745 h 519683"/>
              <a:gd name="connsiteX76" fmla="*/ 2385182 w 2385182"/>
              <a:gd name="connsiteY76" fmla="*/ 360073 h 519683"/>
              <a:gd name="connsiteX77" fmla="*/ 2036200 w 2385182"/>
              <a:gd name="connsiteY77" fmla="*/ 360073 h 519683"/>
              <a:gd name="connsiteX78" fmla="*/ 2036200 w 2385182"/>
              <a:gd name="connsiteY78" fmla="*/ 293533 h 519683"/>
              <a:gd name="connsiteX79" fmla="*/ 2312887 w 2385182"/>
              <a:gd name="connsiteY79" fmla="*/ 293533 h 519683"/>
              <a:gd name="connsiteX80" fmla="*/ 2312887 w 2385182"/>
              <a:gd name="connsiteY80" fmla="*/ 200602 h 519683"/>
              <a:gd name="connsiteX81" fmla="*/ 2036200 w 2385182"/>
              <a:gd name="connsiteY81" fmla="*/ 200602 h 519683"/>
              <a:gd name="connsiteX82" fmla="*/ 2036200 w 2385182"/>
              <a:gd name="connsiteY82" fmla="*/ 293533 h 519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385182" h="519683">
                <a:moveTo>
                  <a:pt x="1472858" y="134062"/>
                </a:moveTo>
                <a:lnTo>
                  <a:pt x="1894136" y="134062"/>
                </a:lnTo>
                <a:lnTo>
                  <a:pt x="1894136" y="200602"/>
                </a:lnTo>
                <a:lnTo>
                  <a:pt x="1545153" y="200602"/>
                </a:lnTo>
                <a:lnTo>
                  <a:pt x="1545153" y="519543"/>
                </a:lnTo>
                <a:lnTo>
                  <a:pt x="1472858" y="519543"/>
                </a:lnTo>
                <a:lnTo>
                  <a:pt x="1472858" y="134062"/>
                </a:lnTo>
                <a:close/>
                <a:moveTo>
                  <a:pt x="72295" y="200602"/>
                </a:moveTo>
                <a:lnTo>
                  <a:pt x="421278" y="200602"/>
                </a:lnTo>
                <a:lnTo>
                  <a:pt x="421278" y="134062"/>
                </a:lnTo>
                <a:lnTo>
                  <a:pt x="82543" y="134062"/>
                </a:lnTo>
                <a:lnTo>
                  <a:pt x="0" y="216605"/>
                </a:lnTo>
                <a:lnTo>
                  <a:pt x="0" y="360073"/>
                </a:lnTo>
                <a:lnTo>
                  <a:pt x="72295" y="360073"/>
                </a:lnTo>
                <a:cubicBezTo>
                  <a:pt x="72295" y="360073"/>
                  <a:pt x="348983" y="360073"/>
                  <a:pt x="348983" y="360073"/>
                </a:cubicBezTo>
                <a:lnTo>
                  <a:pt x="348983" y="453004"/>
                </a:lnTo>
                <a:lnTo>
                  <a:pt x="0" y="453004"/>
                </a:lnTo>
                <a:lnTo>
                  <a:pt x="0" y="519543"/>
                </a:lnTo>
                <a:lnTo>
                  <a:pt x="338595" y="519543"/>
                </a:lnTo>
                <a:lnTo>
                  <a:pt x="421278" y="436860"/>
                </a:lnTo>
                <a:lnTo>
                  <a:pt x="421278" y="293533"/>
                </a:lnTo>
                <a:cubicBezTo>
                  <a:pt x="421278" y="293533"/>
                  <a:pt x="72295" y="293533"/>
                  <a:pt x="72295" y="293533"/>
                </a:cubicBezTo>
                <a:lnTo>
                  <a:pt x="72295" y="200461"/>
                </a:lnTo>
                <a:close/>
                <a:moveTo>
                  <a:pt x="912184" y="293533"/>
                </a:moveTo>
                <a:lnTo>
                  <a:pt x="912184" y="293533"/>
                </a:lnTo>
                <a:lnTo>
                  <a:pt x="912184" y="360073"/>
                </a:lnTo>
                <a:lnTo>
                  <a:pt x="912184" y="360073"/>
                </a:lnTo>
                <a:lnTo>
                  <a:pt x="912184" y="453004"/>
                </a:lnTo>
                <a:lnTo>
                  <a:pt x="912184" y="453004"/>
                </a:lnTo>
                <a:lnTo>
                  <a:pt x="912184" y="519543"/>
                </a:lnTo>
                <a:lnTo>
                  <a:pt x="573449" y="519543"/>
                </a:lnTo>
                <a:lnTo>
                  <a:pt x="490906" y="437000"/>
                </a:lnTo>
                <a:lnTo>
                  <a:pt x="490906" y="293673"/>
                </a:lnTo>
                <a:lnTo>
                  <a:pt x="839888" y="293673"/>
                </a:lnTo>
                <a:lnTo>
                  <a:pt x="839888" y="200602"/>
                </a:lnTo>
                <a:lnTo>
                  <a:pt x="490906" y="200602"/>
                </a:lnTo>
                <a:lnTo>
                  <a:pt x="490906" y="134062"/>
                </a:lnTo>
                <a:lnTo>
                  <a:pt x="829641" y="134062"/>
                </a:lnTo>
                <a:cubicBezTo>
                  <a:pt x="829641" y="134062"/>
                  <a:pt x="829641" y="134062"/>
                  <a:pt x="829641" y="134062"/>
                </a:cubicBezTo>
                <a:lnTo>
                  <a:pt x="912184" y="216605"/>
                </a:lnTo>
                <a:lnTo>
                  <a:pt x="912184" y="293533"/>
                </a:lnTo>
                <a:close/>
                <a:moveTo>
                  <a:pt x="839888" y="360073"/>
                </a:moveTo>
                <a:lnTo>
                  <a:pt x="563201" y="360073"/>
                </a:lnTo>
                <a:lnTo>
                  <a:pt x="563201" y="453004"/>
                </a:lnTo>
                <a:lnTo>
                  <a:pt x="839888" y="453004"/>
                </a:lnTo>
                <a:lnTo>
                  <a:pt x="839888" y="360073"/>
                </a:lnTo>
                <a:close/>
                <a:moveTo>
                  <a:pt x="1054107" y="134062"/>
                </a:moveTo>
                <a:lnTo>
                  <a:pt x="1403090" y="134062"/>
                </a:lnTo>
                <a:lnTo>
                  <a:pt x="1403090" y="200602"/>
                </a:lnTo>
                <a:lnTo>
                  <a:pt x="1403090" y="200602"/>
                </a:lnTo>
                <a:lnTo>
                  <a:pt x="1403090" y="437000"/>
                </a:lnTo>
                <a:lnTo>
                  <a:pt x="1320547" y="519543"/>
                </a:lnTo>
                <a:lnTo>
                  <a:pt x="981952" y="519543"/>
                </a:lnTo>
                <a:lnTo>
                  <a:pt x="981952" y="0"/>
                </a:lnTo>
                <a:lnTo>
                  <a:pt x="1054247" y="0"/>
                </a:lnTo>
                <a:lnTo>
                  <a:pt x="1054247" y="134062"/>
                </a:lnTo>
                <a:close/>
                <a:moveTo>
                  <a:pt x="1054107" y="200602"/>
                </a:moveTo>
                <a:lnTo>
                  <a:pt x="1054107" y="453004"/>
                </a:lnTo>
                <a:lnTo>
                  <a:pt x="1330794" y="453004"/>
                </a:lnTo>
                <a:lnTo>
                  <a:pt x="1330794" y="200602"/>
                </a:lnTo>
                <a:lnTo>
                  <a:pt x="1054107" y="200602"/>
                </a:lnTo>
                <a:close/>
                <a:moveTo>
                  <a:pt x="2036200" y="360073"/>
                </a:moveTo>
                <a:lnTo>
                  <a:pt x="2036200" y="453144"/>
                </a:lnTo>
                <a:lnTo>
                  <a:pt x="2385182" y="453144"/>
                </a:lnTo>
                <a:lnTo>
                  <a:pt x="2385182" y="519684"/>
                </a:lnTo>
                <a:lnTo>
                  <a:pt x="2046447" y="519684"/>
                </a:lnTo>
                <a:lnTo>
                  <a:pt x="1963904" y="437141"/>
                </a:lnTo>
                <a:lnTo>
                  <a:pt x="1963904" y="360213"/>
                </a:lnTo>
                <a:lnTo>
                  <a:pt x="1963904" y="360213"/>
                </a:lnTo>
                <a:lnTo>
                  <a:pt x="1963904" y="293673"/>
                </a:lnTo>
                <a:lnTo>
                  <a:pt x="1963904" y="293673"/>
                </a:lnTo>
                <a:lnTo>
                  <a:pt x="1963904" y="200742"/>
                </a:lnTo>
                <a:lnTo>
                  <a:pt x="1963904" y="200742"/>
                </a:lnTo>
                <a:lnTo>
                  <a:pt x="1963904" y="134202"/>
                </a:lnTo>
                <a:lnTo>
                  <a:pt x="2302639" y="134202"/>
                </a:lnTo>
                <a:lnTo>
                  <a:pt x="2385182" y="216745"/>
                </a:lnTo>
                <a:lnTo>
                  <a:pt x="2385182" y="360073"/>
                </a:lnTo>
                <a:lnTo>
                  <a:pt x="2036200" y="360073"/>
                </a:lnTo>
                <a:close/>
                <a:moveTo>
                  <a:pt x="2036200" y="293533"/>
                </a:moveTo>
                <a:lnTo>
                  <a:pt x="2312887" y="293533"/>
                </a:lnTo>
                <a:lnTo>
                  <a:pt x="2312887" y="200602"/>
                </a:lnTo>
                <a:lnTo>
                  <a:pt x="2036200" y="200602"/>
                </a:lnTo>
                <a:lnTo>
                  <a:pt x="2036200" y="293533"/>
                </a:lnTo>
                <a:close/>
              </a:path>
            </a:pathLst>
          </a:custGeom>
          <a:solidFill>
            <a:schemeClr val="bg2"/>
          </a:solidFill>
          <a:ln w="14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Graphic 9">
            <a:extLst>
              <a:ext uri="{FF2B5EF4-FFF2-40B4-BE49-F238E27FC236}">
                <a16:creationId xmlns:a16="http://schemas.microsoft.com/office/drawing/2014/main" id="{552B877C-6B83-7237-6AD6-CB87E5D4FBE8}"/>
              </a:ext>
            </a:extLst>
          </p:cNvPr>
          <p:cNvSpPr/>
          <p:nvPr/>
        </p:nvSpPr>
        <p:spPr>
          <a:xfrm>
            <a:off x="11209020" y="398028"/>
            <a:ext cx="601980" cy="601935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chemeClr val="bg2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BA52435-EEDB-776D-1EB4-C56F20C1140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77956" y="398028"/>
            <a:ext cx="1970195" cy="1156944"/>
          </a:xfrm>
        </p:spPr>
        <p:txBody>
          <a:bodyPr vert="horz" lIns="0" tIns="0" rIns="0" bIns="0" rtlCol="0">
            <a:noAutofit/>
          </a:bodyPr>
          <a:lstStyle>
            <a:lvl1pPr>
              <a:defRPr lang="en-US" sz="1400" b="0" dirty="0">
                <a:solidFill>
                  <a:schemeClr val="bg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en-US" dirty="0"/>
              <a:t>Date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04148-3DFE-0686-E80C-8B52EF588491}"/>
              </a:ext>
            </a:extLst>
          </p:cNvPr>
          <p:cNvSpPr txBox="1"/>
          <p:nvPr userDrawn="1"/>
        </p:nvSpPr>
        <p:spPr>
          <a:xfrm>
            <a:off x="11851757" y="6325229"/>
            <a:ext cx="175426" cy="1679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400" dirty="0">
                <a:solidFill>
                  <a:schemeClr val="bg2"/>
                </a:solidFill>
              </a:rPr>
              <a:t>®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0FB1383-C4D7-9103-7534-13C0E59E534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0999" y="349437"/>
            <a:ext cx="5257799" cy="115694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sz="2800" b="0" cap="none" baseline="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 dirty="0"/>
              <a:t>Presentation template title goes here in Galeria Medium</a:t>
            </a:r>
          </a:p>
        </p:txBody>
      </p:sp>
    </p:spTree>
    <p:extLst>
      <p:ext uri="{BB962C8B-B14F-4D97-AF65-F5344CB8AC3E}">
        <p14:creationId xmlns:p14="http://schemas.microsoft.com/office/powerpoint/2010/main" val="682736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1 - Off-Whi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ubtitle 2"/>
          <p:cNvSpPr>
            <a:spLocks noGrp="1"/>
          </p:cNvSpPr>
          <p:nvPr>
            <p:ph type="subTitle" idx="1" hasCustomPrompt="1"/>
          </p:nvPr>
        </p:nvSpPr>
        <p:spPr>
          <a:xfrm flipH="1">
            <a:off x="6099667" y="398028"/>
            <a:ext cx="2217421" cy="11569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  <a:lvl2pPr marL="342884" indent="0" algn="ctr">
              <a:buNone/>
              <a:defRPr sz="1500"/>
            </a:lvl2pPr>
            <a:lvl3pPr marL="685766" indent="0" algn="ctr">
              <a:buNone/>
              <a:defRPr sz="1350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5" indent="0" algn="ctr">
              <a:buNone/>
              <a:defRPr sz="1200"/>
            </a:lvl6pPr>
            <a:lvl7pPr marL="2057297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4" indent="0" algn="ctr">
              <a:buNone/>
              <a:defRPr sz="1200"/>
            </a:lvl9pPr>
          </a:lstStyle>
          <a:p>
            <a:r>
              <a:rPr lang="en-US" dirty="0"/>
              <a:t>Subtitle</a:t>
            </a:r>
          </a:p>
        </p:txBody>
      </p:sp>
      <p:sp>
        <p:nvSpPr>
          <p:cNvPr id="8" name="Graphic 2">
            <a:extLst>
              <a:ext uri="{FF2B5EF4-FFF2-40B4-BE49-F238E27FC236}">
                <a16:creationId xmlns:a16="http://schemas.microsoft.com/office/drawing/2014/main" id="{77E5DB4F-5D65-7D67-B615-CD8B417E74F7}"/>
              </a:ext>
            </a:extLst>
          </p:cNvPr>
          <p:cNvSpPr/>
          <p:nvPr userDrawn="1"/>
        </p:nvSpPr>
        <p:spPr>
          <a:xfrm>
            <a:off x="381000" y="4010324"/>
            <a:ext cx="11430000" cy="2490366"/>
          </a:xfrm>
          <a:custGeom>
            <a:avLst/>
            <a:gdLst>
              <a:gd name="connsiteX0" fmla="*/ 1472858 w 2385182"/>
              <a:gd name="connsiteY0" fmla="*/ 134062 h 519683"/>
              <a:gd name="connsiteX1" fmla="*/ 1894136 w 2385182"/>
              <a:gd name="connsiteY1" fmla="*/ 134062 h 519683"/>
              <a:gd name="connsiteX2" fmla="*/ 1894136 w 2385182"/>
              <a:gd name="connsiteY2" fmla="*/ 200602 h 519683"/>
              <a:gd name="connsiteX3" fmla="*/ 1545153 w 2385182"/>
              <a:gd name="connsiteY3" fmla="*/ 200602 h 519683"/>
              <a:gd name="connsiteX4" fmla="*/ 1545153 w 2385182"/>
              <a:gd name="connsiteY4" fmla="*/ 519543 h 519683"/>
              <a:gd name="connsiteX5" fmla="*/ 1472858 w 2385182"/>
              <a:gd name="connsiteY5" fmla="*/ 519543 h 519683"/>
              <a:gd name="connsiteX6" fmla="*/ 1472858 w 2385182"/>
              <a:gd name="connsiteY6" fmla="*/ 134062 h 519683"/>
              <a:gd name="connsiteX7" fmla="*/ 72295 w 2385182"/>
              <a:gd name="connsiteY7" fmla="*/ 200602 h 519683"/>
              <a:gd name="connsiteX8" fmla="*/ 421278 w 2385182"/>
              <a:gd name="connsiteY8" fmla="*/ 200602 h 519683"/>
              <a:gd name="connsiteX9" fmla="*/ 421278 w 2385182"/>
              <a:gd name="connsiteY9" fmla="*/ 134062 h 519683"/>
              <a:gd name="connsiteX10" fmla="*/ 82543 w 2385182"/>
              <a:gd name="connsiteY10" fmla="*/ 134062 h 519683"/>
              <a:gd name="connsiteX11" fmla="*/ 0 w 2385182"/>
              <a:gd name="connsiteY11" fmla="*/ 216605 h 519683"/>
              <a:gd name="connsiteX12" fmla="*/ 0 w 2385182"/>
              <a:gd name="connsiteY12" fmla="*/ 360073 h 519683"/>
              <a:gd name="connsiteX13" fmla="*/ 72295 w 2385182"/>
              <a:gd name="connsiteY13" fmla="*/ 360073 h 519683"/>
              <a:gd name="connsiteX14" fmla="*/ 348983 w 2385182"/>
              <a:gd name="connsiteY14" fmla="*/ 360073 h 519683"/>
              <a:gd name="connsiteX15" fmla="*/ 348983 w 2385182"/>
              <a:gd name="connsiteY15" fmla="*/ 453004 h 519683"/>
              <a:gd name="connsiteX16" fmla="*/ 0 w 2385182"/>
              <a:gd name="connsiteY16" fmla="*/ 453004 h 519683"/>
              <a:gd name="connsiteX17" fmla="*/ 0 w 2385182"/>
              <a:gd name="connsiteY17" fmla="*/ 519543 h 519683"/>
              <a:gd name="connsiteX18" fmla="*/ 338595 w 2385182"/>
              <a:gd name="connsiteY18" fmla="*/ 519543 h 519683"/>
              <a:gd name="connsiteX19" fmla="*/ 421278 w 2385182"/>
              <a:gd name="connsiteY19" fmla="*/ 436860 h 519683"/>
              <a:gd name="connsiteX20" fmla="*/ 421278 w 2385182"/>
              <a:gd name="connsiteY20" fmla="*/ 293533 h 519683"/>
              <a:gd name="connsiteX21" fmla="*/ 72295 w 2385182"/>
              <a:gd name="connsiteY21" fmla="*/ 293533 h 519683"/>
              <a:gd name="connsiteX22" fmla="*/ 72295 w 2385182"/>
              <a:gd name="connsiteY22" fmla="*/ 200461 h 519683"/>
              <a:gd name="connsiteX23" fmla="*/ 912184 w 2385182"/>
              <a:gd name="connsiteY23" fmla="*/ 293533 h 519683"/>
              <a:gd name="connsiteX24" fmla="*/ 912184 w 2385182"/>
              <a:gd name="connsiteY24" fmla="*/ 293533 h 519683"/>
              <a:gd name="connsiteX25" fmla="*/ 912184 w 2385182"/>
              <a:gd name="connsiteY25" fmla="*/ 360073 h 519683"/>
              <a:gd name="connsiteX26" fmla="*/ 912184 w 2385182"/>
              <a:gd name="connsiteY26" fmla="*/ 360073 h 519683"/>
              <a:gd name="connsiteX27" fmla="*/ 912184 w 2385182"/>
              <a:gd name="connsiteY27" fmla="*/ 453004 h 519683"/>
              <a:gd name="connsiteX28" fmla="*/ 912184 w 2385182"/>
              <a:gd name="connsiteY28" fmla="*/ 453004 h 519683"/>
              <a:gd name="connsiteX29" fmla="*/ 912184 w 2385182"/>
              <a:gd name="connsiteY29" fmla="*/ 519543 h 519683"/>
              <a:gd name="connsiteX30" fmla="*/ 573449 w 2385182"/>
              <a:gd name="connsiteY30" fmla="*/ 519543 h 519683"/>
              <a:gd name="connsiteX31" fmla="*/ 490906 w 2385182"/>
              <a:gd name="connsiteY31" fmla="*/ 437000 h 519683"/>
              <a:gd name="connsiteX32" fmla="*/ 490906 w 2385182"/>
              <a:gd name="connsiteY32" fmla="*/ 293673 h 519683"/>
              <a:gd name="connsiteX33" fmla="*/ 839888 w 2385182"/>
              <a:gd name="connsiteY33" fmla="*/ 293673 h 519683"/>
              <a:gd name="connsiteX34" fmla="*/ 839888 w 2385182"/>
              <a:gd name="connsiteY34" fmla="*/ 200602 h 519683"/>
              <a:gd name="connsiteX35" fmla="*/ 490906 w 2385182"/>
              <a:gd name="connsiteY35" fmla="*/ 200602 h 519683"/>
              <a:gd name="connsiteX36" fmla="*/ 490906 w 2385182"/>
              <a:gd name="connsiteY36" fmla="*/ 134062 h 519683"/>
              <a:gd name="connsiteX37" fmla="*/ 829641 w 2385182"/>
              <a:gd name="connsiteY37" fmla="*/ 134062 h 519683"/>
              <a:gd name="connsiteX38" fmla="*/ 829641 w 2385182"/>
              <a:gd name="connsiteY38" fmla="*/ 134062 h 519683"/>
              <a:gd name="connsiteX39" fmla="*/ 912184 w 2385182"/>
              <a:gd name="connsiteY39" fmla="*/ 216605 h 519683"/>
              <a:gd name="connsiteX40" fmla="*/ 912184 w 2385182"/>
              <a:gd name="connsiteY40" fmla="*/ 293533 h 519683"/>
              <a:gd name="connsiteX41" fmla="*/ 839888 w 2385182"/>
              <a:gd name="connsiteY41" fmla="*/ 360073 h 519683"/>
              <a:gd name="connsiteX42" fmla="*/ 563201 w 2385182"/>
              <a:gd name="connsiteY42" fmla="*/ 360073 h 519683"/>
              <a:gd name="connsiteX43" fmla="*/ 563201 w 2385182"/>
              <a:gd name="connsiteY43" fmla="*/ 453004 h 519683"/>
              <a:gd name="connsiteX44" fmla="*/ 839888 w 2385182"/>
              <a:gd name="connsiteY44" fmla="*/ 453004 h 519683"/>
              <a:gd name="connsiteX45" fmla="*/ 839888 w 2385182"/>
              <a:gd name="connsiteY45" fmla="*/ 360073 h 519683"/>
              <a:gd name="connsiteX46" fmla="*/ 1054107 w 2385182"/>
              <a:gd name="connsiteY46" fmla="*/ 134062 h 519683"/>
              <a:gd name="connsiteX47" fmla="*/ 1403090 w 2385182"/>
              <a:gd name="connsiteY47" fmla="*/ 134062 h 519683"/>
              <a:gd name="connsiteX48" fmla="*/ 1403090 w 2385182"/>
              <a:gd name="connsiteY48" fmla="*/ 200602 h 519683"/>
              <a:gd name="connsiteX49" fmla="*/ 1403090 w 2385182"/>
              <a:gd name="connsiteY49" fmla="*/ 200602 h 519683"/>
              <a:gd name="connsiteX50" fmla="*/ 1403090 w 2385182"/>
              <a:gd name="connsiteY50" fmla="*/ 437000 h 519683"/>
              <a:gd name="connsiteX51" fmla="*/ 1320547 w 2385182"/>
              <a:gd name="connsiteY51" fmla="*/ 519543 h 519683"/>
              <a:gd name="connsiteX52" fmla="*/ 981952 w 2385182"/>
              <a:gd name="connsiteY52" fmla="*/ 519543 h 519683"/>
              <a:gd name="connsiteX53" fmla="*/ 981952 w 2385182"/>
              <a:gd name="connsiteY53" fmla="*/ 0 h 519683"/>
              <a:gd name="connsiteX54" fmla="*/ 1054247 w 2385182"/>
              <a:gd name="connsiteY54" fmla="*/ 0 h 519683"/>
              <a:gd name="connsiteX55" fmla="*/ 1054247 w 2385182"/>
              <a:gd name="connsiteY55" fmla="*/ 134062 h 519683"/>
              <a:gd name="connsiteX56" fmla="*/ 1054107 w 2385182"/>
              <a:gd name="connsiteY56" fmla="*/ 200602 h 519683"/>
              <a:gd name="connsiteX57" fmla="*/ 1054107 w 2385182"/>
              <a:gd name="connsiteY57" fmla="*/ 453004 h 519683"/>
              <a:gd name="connsiteX58" fmla="*/ 1330794 w 2385182"/>
              <a:gd name="connsiteY58" fmla="*/ 453004 h 519683"/>
              <a:gd name="connsiteX59" fmla="*/ 1330794 w 2385182"/>
              <a:gd name="connsiteY59" fmla="*/ 200602 h 519683"/>
              <a:gd name="connsiteX60" fmla="*/ 1054107 w 2385182"/>
              <a:gd name="connsiteY60" fmla="*/ 200602 h 519683"/>
              <a:gd name="connsiteX61" fmla="*/ 2036200 w 2385182"/>
              <a:gd name="connsiteY61" fmla="*/ 360073 h 519683"/>
              <a:gd name="connsiteX62" fmla="*/ 2036200 w 2385182"/>
              <a:gd name="connsiteY62" fmla="*/ 453144 h 519683"/>
              <a:gd name="connsiteX63" fmla="*/ 2385182 w 2385182"/>
              <a:gd name="connsiteY63" fmla="*/ 453144 h 519683"/>
              <a:gd name="connsiteX64" fmla="*/ 2385182 w 2385182"/>
              <a:gd name="connsiteY64" fmla="*/ 519684 h 519683"/>
              <a:gd name="connsiteX65" fmla="*/ 2046447 w 2385182"/>
              <a:gd name="connsiteY65" fmla="*/ 519684 h 519683"/>
              <a:gd name="connsiteX66" fmla="*/ 1963904 w 2385182"/>
              <a:gd name="connsiteY66" fmla="*/ 437141 h 519683"/>
              <a:gd name="connsiteX67" fmla="*/ 1963904 w 2385182"/>
              <a:gd name="connsiteY67" fmla="*/ 360213 h 519683"/>
              <a:gd name="connsiteX68" fmla="*/ 1963904 w 2385182"/>
              <a:gd name="connsiteY68" fmla="*/ 360213 h 519683"/>
              <a:gd name="connsiteX69" fmla="*/ 1963904 w 2385182"/>
              <a:gd name="connsiteY69" fmla="*/ 293673 h 519683"/>
              <a:gd name="connsiteX70" fmla="*/ 1963904 w 2385182"/>
              <a:gd name="connsiteY70" fmla="*/ 293673 h 519683"/>
              <a:gd name="connsiteX71" fmla="*/ 1963904 w 2385182"/>
              <a:gd name="connsiteY71" fmla="*/ 200742 h 519683"/>
              <a:gd name="connsiteX72" fmla="*/ 1963904 w 2385182"/>
              <a:gd name="connsiteY72" fmla="*/ 200742 h 519683"/>
              <a:gd name="connsiteX73" fmla="*/ 1963904 w 2385182"/>
              <a:gd name="connsiteY73" fmla="*/ 134202 h 519683"/>
              <a:gd name="connsiteX74" fmla="*/ 2302639 w 2385182"/>
              <a:gd name="connsiteY74" fmla="*/ 134202 h 519683"/>
              <a:gd name="connsiteX75" fmla="*/ 2385182 w 2385182"/>
              <a:gd name="connsiteY75" fmla="*/ 216745 h 519683"/>
              <a:gd name="connsiteX76" fmla="*/ 2385182 w 2385182"/>
              <a:gd name="connsiteY76" fmla="*/ 360073 h 519683"/>
              <a:gd name="connsiteX77" fmla="*/ 2036200 w 2385182"/>
              <a:gd name="connsiteY77" fmla="*/ 360073 h 519683"/>
              <a:gd name="connsiteX78" fmla="*/ 2036200 w 2385182"/>
              <a:gd name="connsiteY78" fmla="*/ 293533 h 519683"/>
              <a:gd name="connsiteX79" fmla="*/ 2312887 w 2385182"/>
              <a:gd name="connsiteY79" fmla="*/ 293533 h 519683"/>
              <a:gd name="connsiteX80" fmla="*/ 2312887 w 2385182"/>
              <a:gd name="connsiteY80" fmla="*/ 200602 h 519683"/>
              <a:gd name="connsiteX81" fmla="*/ 2036200 w 2385182"/>
              <a:gd name="connsiteY81" fmla="*/ 200602 h 519683"/>
              <a:gd name="connsiteX82" fmla="*/ 2036200 w 2385182"/>
              <a:gd name="connsiteY82" fmla="*/ 293533 h 519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385182" h="519683">
                <a:moveTo>
                  <a:pt x="1472858" y="134062"/>
                </a:moveTo>
                <a:lnTo>
                  <a:pt x="1894136" y="134062"/>
                </a:lnTo>
                <a:lnTo>
                  <a:pt x="1894136" y="200602"/>
                </a:lnTo>
                <a:lnTo>
                  <a:pt x="1545153" y="200602"/>
                </a:lnTo>
                <a:lnTo>
                  <a:pt x="1545153" y="519543"/>
                </a:lnTo>
                <a:lnTo>
                  <a:pt x="1472858" y="519543"/>
                </a:lnTo>
                <a:lnTo>
                  <a:pt x="1472858" y="134062"/>
                </a:lnTo>
                <a:close/>
                <a:moveTo>
                  <a:pt x="72295" y="200602"/>
                </a:moveTo>
                <a:lnTo>
                  <a:pt x="421278" y="200602"/>
                </a:lnTo>
                <a:lnTo>
                  <a:pt x="421278" y="134062"/>
                </a:lnTo>
                <a:lnTo>
                  <a:pt x="82543" y="134062"/>
                </a:lnTo>
                <a:lnTo>
                  <a:pt x="0" y="216605"/>
                </a:lnTo>
                <a:lnTo>
                  <a:pt x="0" y="360073"/>
                </a:lnTo>
                <a:lnTo>
                  <a:pt x="72295" y="360073"/>
                </a:lnTo>
                <a:cubicBezTo>
                  <a:pt x="72295" y="360073"/>
                  <a:pt x="348983" y="360073"/>
                  <a:pt x="348983" y="360073"/>
                </a:cubicBezTo>
                <a:lnTo>
                  <a:pt x="348983" y="453004"/>
                </a:lnTo>
                <a:lnTo>
                  <a:pt x="0" y="453004"/>
                </a:lnTo>
                <a:lnTo>
                  <a:pt x="0" y="519543"/>
                </a:lnTo>
                <a:lnTo>
                  <a:pt x="338595" y="519543"/>
                </a:lnTo>
                <a:lnTo>
                  <a:pt x="421278" y="436860"/>
                </a:lnTo>
                <a:lnTo>
                  <a:pt x="421278" y="293533"/>
                </a:lnTo>
                <a:cubicBezTo>
                  <a:pt x="421278" y="293533"/>
                  <a:pt x="72295" y="293533"/>
                  <a:pt x="72295" y="293533"/>
                </a:cubicBezTo>
                <a:lnTo>
                  <a:pt x="72295" y="200461"/>
                </a:lnTo>
                <a:close/>
                <a:moveTo>
                  <a:pt x="912184" y="293533"/>
                </a:moveTo>
                <a:lnTo>
                  <a:pt x="912184" y="293533"/>
                </a:lnTo>
                <a:lnTo>
                  <a:pt x="912184" y="360073"/>
                </a:lnTo>
                <a:lnTo>
                  <a:pt x="912184" y="360073"/>
                </a:lnTo>
                <a:lnTo>
                  <a:pt x="912184" y="453004"/>
                </a:lnTo>
                <a:lnTo>
                  <a:pt x="912184" y="453004"/>
                </a:lnTo>
                <a:lnTo>
                  <a:pt x="912184" y="519543"/>
                </a:lnTo>
                <a:lnTo>
                  <a:pt x="573449" y="519543"/>
                </a:lnTo>
                <a:lnTo>
                  <a:pt x="490906" y="437000"/>
                </a:lnTo>
                <a:lnTo>
                  <a:pt x="490906" y="293673"/>
                </a:lnTo>
                <a:lnTo>
                  <a:pt x="839888" y="293673"/>
                </a:lnTo>
                <a:lnTo>
                  <a:pt x="839888" y="200602"/>
                </a:lnTo>
                <a:lnTo>
                  <a:pt x="490906" y="200602"/>
                </a:lnTo>
                <a:lnTo>
                  <a:pt x="490906" y="134062"/>
                </a:lnTo>
                <a:lnTo>
                  <a:pt x="829641" y="134062"/>
                </a:lnTo>
                <a:cubicBezTo>
                  <a:pt x="829641" y="134062"/>
                  <a:pt x="829641" y="134062"/>
                  <a:pt x="829641" y="134062"/>
                </a:cubicBezTo>
                <a:lnTo>
                  <a:pt x="912184" y="216605"/>
                </a:lnTo>
                <a:lnTo>
                  <a:pt x="912184" y="293533"/>
                </a:lnTo>
                <a:close/>
                <a:moveTo>
                  <a:pt x="839888" y="360073"/>
                </a:moveTo>
                <a:lnTo>
                  <a:pt x="563201" y="360073"/>
                </a:lnTo>
                <a:lnTo>
                  <a:pt x="563201" y="453004"/>
                </a:lnTo>
                <a:lnTo>
                  <a:pt x="839888" y="453004"/>
                </a:lnTo>
                <a:lnTo>
                  <a:pt x="839888" y="360073"/>
                </a:lnTo>
                <a:close/>
                <a:moveTo>
                  <a:pt x="1054107" y="134062"/>
                </a:moveTo>
                <a:lnTo>
                  <a:pt x="1403090" y="134062"/>
                </a:lnTo>
                <a:lnTo>
                  <a:pt x="1403090" y="200602"/>
                </a:lnTo>
                <a:lnTo>
                  <a:pt x="1403090" y="200602"/>
                </a:lnTo>
                <a:lnTo>
                  <a:pt x="1403090" y="437000"/>
                </a:lnTo>
                <a:lnTo>
                  <a:pt x="1320547" y="519543"/>
                </a:lnTo>
                <a:lnTo>
                  <a:pt x="981952" y="519543"/>
                </a:lnTo>
                <a:lnTo>
                  <a:pt x="981952" y="0"/>
                </a:lnTo>
                <a:lnTo>
                  <a:pt x="1054247" y="0"/>
                </a:lnTo>
                <a:lnTo>
                  <a:pt x="1054247" y="134062"/>
                </a:lnTo>
                <a:close/>
                <a:moveTo>
                  <a:pt x="1054107" y="200602"/>
                </a:moveTo>
                <a:lnTo>
                  <a:pt x="1054107" y="453004"/>
                </a:lnTo>
                <a:lnTo>
                  <a:pt x="1330794" y="453004"/>
                </a:lnTo>
                <a:lnTo>
                  <a:pt x="1330794" y="200602"/>
                </a:lnTo>
                <a:lnTo>
                  <a:pt x="1054107" y="200602"/>
                </a:lnTo>
                <a:close/>
                <a:moveTo>
                  <a:pt x="2036200" y="360073"/>
                </a:moveTo>
                <a:lnTo>
                  <a:pt x="2036200" y="453144"/>
                </a:lnTo>
                <a:lnTo>
                  <a:pt x="2385182" y="453144"/>
                </a:lnTo>
                <a:lnTo>
                  <a:pt x="2385182" y="519684"/>
                </a:lnTo>
                <a:lnTo>
                  <a:pt x="2046447" y="519684"/>
                </a:lnTo>
                <a:lnTo>
                  <a:pt x="1963904" y="437141"/>
                </a:lnTo>
                <a:lnTo>
                  <a:pt x="1963904" y="360213"/>
                </a:lnTo>
                <a:lnTo>
                  <a:pt x="1963904" y="360213"/>
                </a:lnTo>
                <a:lnTo>
                  <a:pt x="1963904" y="293673"/>
                </a:lnTo>
                <a:lnTo>
                  <a:pt x="1963904" y="293673"/>
                </a:lnTo>
                <a:lnTo>
                  <a:pt x="1963904" y="200742"/>
                </a:lnTo>
                <a:lnTo>
                  <a:pt x="1963904" y="200742"/>
                </a:lnTo>
                <a:lnTo>
                  <a:pt x="1963904" y="134202"/>
                </a:lnTo>
                <a:lnTo>
                  <a:pt x="2302639" y="134202"/>
                </a:lnTo>
                <a:lnTo>
                  <a:pt x="2385182" y="216745"/>
                </a:lnTo>
                <a:lnTo>
                  <a:pt x="2385182" y="360073"/>
                </a:lnTo>
                <a:lnTo>
                  <a:pt x="2036200" y="360073"/>
                </a:lnTo>
                <a:close/>
                <a:moveTo>
                  <a:pt x="2036200" y="293533"/>
                </a:moveTo>
                <a:lnTo>
                  <a:pt x="2312887" y="293533"/>
                </a:lnTo>
                <a:lnTo>
                  <a:pt x="2312887" y="200602"/>
                </a:lnTo>
                <a:lnTo>
                  <a:pt x="2036200" y="200602"/>
                </a:lnTo>
                <a:lnTo>
                  <a:pt x="2036200" y="293533"/>
                </a:lnTo>
                <a:close/>
              </a:path>
            </a:pathLst>
          </a:custGeom>
          <a:solidFill>
            <a:schemeClr val="tx1"/>
          </a:solidFill>
          <a:ln w="14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Graphic 9">
            <a:extLst>
              <a:ext uri="{FF2B5EF4-FFF2-40B4-BE49-F238E27FC236}">
                <a16:creationId xmlns:a16="http://schemas.microsoft.com/office/drawing/2014/main" id="{552B877C-6B83-7237-6AD6-CB87E5D4FBE8}"/>
              </a:ext>
            </a:extLst>
          </p:cNvPr>
          <p:cNvSpPr/>
          <p:nvPr/>
        </p:nvSpPr>
        <p:spPr>
          <a:xfrm>
            <a:off x="11209020" y="398028"/>
            <a:ext cx="601980" cy="601935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rgbClr val="000000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BA52435-EEDB-776D-1EB4-C56F20C1140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77956" y="398028"/>
            <a:ext cx="1970195" cy="1156944"/>
          </a:xfrm>
        </p:spPr>
        <p:txBody>
          <a:bodyPr vert="horz" lIns="0" tIns="0" rIns="0" bIns="0" rtlCol="0">
            <a:noAutofit/>
          </a:bodyPr>
          <a:lstStyle>
            <a:lvl1pPr>
              <a:defRPr lang="en-US" sz="1400" b="0" dirty="0"/>
            </a:lvl1pPr>
          </a:lstStyle>
          <a:p>
            <a:pPr lvl="0">
              <a:spcBef>
                <a:spcPts val="0"/>
              </a:spcBef>
            </a:pPr>
            <a:r>
              <a:rPr lang="en-US" dirty="0"/>
              <a:t>Date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96D92E-E667-393E-D35D-627108BBD2E0}"/>
              </a:ext>
            </a:extLst>
          </p:cNvPr>
          <p:cNvSpPr txBox="1"/>
          <p:nvPr userDrawn="1"/>
        </p:nvSpPr>
        <p:spPr>
          <a:xfrm>
            <a:off x="11851757" y="6325229"/>
            <a:ext cx="175426" cy="1679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®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0C30C27-DDEA-066F-6B48-1B674976586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0999" y="349437"/>
            <a:ext cx="5257799" cy="115694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sz="28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Presentation template title goes here in Galeria Medium</a:t>
            </a:r>
          </a:p>
        </p:txBody>
      </p:sp>
    </p:spTree>
    <p:extLst>
      <p:ext uri="{BB962C8B-B14F-4D97-AF65-F5344CB8AC3E}">
        <p14:creationId xmlns:p14="http://schemas.microsoft.com/office/powerpoint/2010/main" val="143961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1 - With Photo A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ubtitle 2"/>
          <p:cNvSpPr>
            <a:spLocks noGrp="1"/>
          </p:cNvSpPr>
          <p:nvPr>
            <p:ph type="subTitle" idx="1" hasCustomPrompt="1"/>
          </p:nvPr>
        </p:nvSpPr>
        <p:spPr>
          <a:xfrm flipH="1">
            <a:off x="6099667" y="398028"/>
            <a:ext cx="2217421" cy="11569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bg2"/>
                </a:solidFill>
                <a:latin typeface="+mn-lt"/>
              </a:defRPr>
            </a:lvl1pPr>
            <a:lvl2pPr marL="342884" indent="0" algn="ctr">
              <a:buNone/>
              <a:defRPr sz="1500"/>
            </a:lvl2pPr>
            <a:lvl3pPr marL="685766" indent="0" algn="ctr">
              <a:buNone/>
              <a:defRPr sz="1350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5" indent="0" algn="ctr">
              <a:buNone/>
              <a:defRPr sz="1200"/>
            </a:lvl6pPr>
            <a:lvl7pPr marL="2057297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4" indent="0" algn="ctr">
              <a:buNone/>
              <a:defRPr sz="1200"/>
            </a:lvl9pPr>
          </a:lstStyle>
          <a:p>
            <a:r>
              <a:rPr lang="en-US" dirty="0"/>
              <a:t>Subtitle</a:t>
            </a:r>
          </a:p>
        </p:txBody>
      </p:sp>
      <p:sp>
        <p:nvSpPr>
          <p:cNvPr id="8" name="Graphic 2">
            <a:extLst>
              <a:ext uri="{FF2B5EF4-FFF2-40B4-BE49-F238E27FC236}">
                <a16:creationId xmlns:a16="http://schemas.microsoft.com/office/drawing/2014/main" id="{77E5DB4F-5D65-7D67-B615-CD8B417E74F7}"/>
              </a:ext>
            </a:extLst>
          </p:cNvPr>
          <p:cNvSpPr/>
          <p:nvPr userDrawn="1"/>
        </p:nvSpPr>
        <p:spPr>
          <a:xfrm>
            <a:off x="381000" y="4010324"/>
            <a:ext cx="11430000" cy="2490366"/>
          </a:xfrm>
          <a:custGeom>
            <a:avLst/>
            <a:gdLst>
              <a:gd name="connsiteX0" fmla="*/ 1472858 w 2385182"/>
              <a:gd name="connsiteY0" fmla="*/ 134062 h 519683"/>
              <a:gd name="connsiteX1" fmla="*/ 1894136 w 2385182"/>
              <a:gd name="connsiteY1" fmla="*/ 134062 h 519683"/>
              <a:gd name="connsiteX2" fmla="*/ 1894136 w 2385182"/>
              <a:gd name="connsiteY2" fmla="*/ 200602 h 519683"/>
              <a:gd name="connsiteX3" fmla="*/ 1545153 w 2385182"/>
              <a:gd name="connsiteY3" fmla="*/ 200602 h 519683"/>
              <a:gd name="connsiteX4" fmla="*/ 1545153 w 2385182"/>
              <a:gd name="connsiteY4" fmla="*/ 519543 h 519683"/>
              <a:gd name="connsiteX5" fmla="*/ 1472858 w 2385182"/>
              <a:gd name="connsiteY5" fmla="*/ 519543 h 519683"/>
              <a:gd name="connsiteX6" fmla="*/ 1472858 w 2385182"/>
              <a:gd name="connsiteY6" fmla="*/ 134062 h 519683"/>
              <a:gd name="connsiteX7" fmla="*/ 72295 w 2385182"/>
              <a:gd name="connsiteY7" fmla="*/ 200602 h 519683"/>
              <a:gd name="connsiteX8" fmla="*/ 421278 w 2385182"/>
              <a:gd name="connsiteY8" fmla="*/ 200602 h 519683"/>
              <a:gd name="connsiteX9" fmla="*/ 421278 w 2385182"/>
              <a:gd name="connsiteY9" fmla="*/ 134062 h 519683"/>
              <a:gd name="connsiteX10" fmla="*/ 82543 w 2385182"/>
              <a:gd name="connsiteY10" fmla="*/ 134062 h 519683"/>
              <a:gd name="connsiteX11" fmla="*/ 0 w 2385182"/>
              <a:gd name="connsiteY11" fmla="*/ 216605 h 519683"/>
              <a:gd name="connsiteX12" fmla="*/ 0 w 2385182"/>
              <a:gd name="connsiteY12" fmla="*/ 360073 h 519683"/>
              <a:gd name="connsiteX13" fmla="*/ 72295 w 2385182"/>
              <a:gd name="connsiteY13" fmla="*/ 360073 h 519683"/>
              <a:gd name="connsiteX14" fmla="*/ 348983 w 2385182"/>
              <a:gd name="connsiteY14" fmla="*/ 360073 h 519683"/>
              <a:gd name="connsiteX15" fmla="*/ 348983 w 2385182"/>
              <a:gd name="connsiteY15" fmla="*/ 453004 h 519683"/>
              <a:gd name="connsiteX16" fmla="*/ 0 w 2385182"/>
              <a:gd name="connsiteY16" fmla="*/ 453004 h 519683"/>
              <a:gd name="connsiteX17" fmla="*/ 0 w 2385182"/>
              <a:gd name="connsiteY17" fmla="*/ 519543 h 519683"/>
              <a:gd name="connsiteX18" fmla="*/ 338595 w 2385182"/>
              <a:gd name="connsiteY18" fmla="*/ 519543 h 519683"/>
              <a:gd name="connsiteX19" fmla="*/ 421278 w 2385182"/>
              <a:gd name="connsiteY19" fmla="*/ 436860 h 519683"/>
              <a:gd name="connsiteX20" fmla="*/ 421278 w 2385182"/>
              <a:gd name="connsiteY20" fmla="*/ 293533 h 519683"/>
              <a:gd name="connsiteX21" fmla="*/ 72295 w 2385182"/>
              <a:gd name="connsiteY21" fmla="*/ 293533 h 519683"/>
              <a:gd name="connsiteX22" fmla="*/ 72295 w 2385182"/>
              <a:gd name="connsiteY22" fmla="*/ 200461 h 519683"/>
              <a:gd name="connsiteX23" fmla="*/ 912184 w 2385182"/>
              <a:gd name="connsiteY23" fmla="*/ 293533 h 519683"/>
              <a:gd name="connsiteX24" fmla="*/ 912184 w 2385182"/>
              <a:gd name="connsiteY24" fmla="*/ 293533 h 519683"/>
              <a:gd name="connsiteX25" fmla="*/ 912184 w 2385182"/>
              <a:gd name="connsiteY25" fmla="*/ 360073 h 519683"/>
              <a:gd name="connsiteX26" fmla="*/ 912184 w 2385182"/>
              <a:gd name="connsiteY26" fmla="*/ 360073 h 519683"/>
              <a:gd name="connsiteX27" fmla="*/ 912184 w 2385182"/>
              <a:gd name="connsiteY27" fmla="*/ 453004 h 519683"/>
              <a:gd name="connsiteX28" fmla="*/ 912184 w 2385182"/>
              <a:gd name="connsiteY28" fmla="*/ 453004 h 519683"/>
              <a:gd name="connsiteX29" fmla="*/ 912184 w 2385182"/>
              <a:gd name="connsiteY29" fmla="*/ 519543 h 519683"/>
              <a:gd name="connsiteX30" fmla="*/ 573449 w 2385182"/>
              <a:gd name="connsiteY30" fmla="*/ 519543 h 519683"/>
              <a:gd name="connsiteX31" fmla="*/ 490906 w 2385182"/>
              <a:gd name="connsiteY31" fmla="*/ 437000 h 519683"/>
              <a:gd name="connsiteX32" fmla="*/ 490906 w 2385182"/>
              <a:gd name="connsiteY32" fmla="*/ 293673 h 519683"/>
              <a:gd name="connsiteX33" fmla="*/ 839888 w 2385182"/>
              <a:gd name="connsiteY33" fmla="*/ 293673 h 519683"/>
              <a:gd name="connsiteX34" fmla="*/ 839888 w 2385182"/>
              <a:gd name="connsiteY34" fmla="*/ 200602 h 519683"/>
              <a:gd name="connsiteX35" fmla="*/ 490906 w 2385182"/>
              <a:gd name="connsiteY35" fmla="*/ 200602 h 519683"/>
              <a:gd name="connsiteX36" fmla="*/ 490906 w 2385182"/>
              <a:gd name="connsiteY36" fmla="*/ 134062 h 519683"/>
              <a:gd name="connsiteX37" fmla="*/ 829641 w 2385182"/>
              <a:gd name="connsiteY37" fmla="*/ 134062 h 519683"/>
              <a:gd name="connsiteX38" fmla="*/ 829641 w 2385182"/>
              <a:gd name="connsiteY38" fmla="*/ 134062 h 519683"/>
              <a:gd name="connsiteX39" fmla="*/ 912184 w 2385182"/>
              <a:gd name="connsiteY39" fmla="*/ 216605 h 519683"/>
              <a:gd name="connsiteX40" fmla="*/ 912184 w 2385182"/>
              <a:gd name="connsiteY40" fmla="*/ 293533 h 519683"/>
              <a:gd name="connsiteX41" fmla="*/ 839888 w 2385182"/>
              <a:gd name="connsiteY41" fmla="*/ 360073 h 519683"/>
              <a:gd name="connsiteX42" fmla="*/ 563201 w 2385182"/>
              <a:gd name="connsiteY42" fmla="*/ 360073 h 519683"/>
              <a:gd name="connsiteX43" fmla="*/ 563201 w 2385182"/>
              <a:gd name="connsiteY43" fmla="*/ 453004 h 519683"/>
              <a:gd name="connsiteX44" fmla="*/ 839888 w 2385182"/>
              <a:gd name="connsiteY44" fmla="*/ 453004 h 519683"/>
              <a:gd name="connsiteX45" fmla="*/ 839888 w 2385182"/>
              <a:gd name="connsiteY45" fmla="*/ 360073 h 519683"/>
              <a:gd name="connsiteX46" fmla="*/ 1054107 w 2385182"/>
              <a:gd name="connsiteY46" fmla="*/ 134062 h 519683"/>
              <a:gd name="connsiteX47" fmla="*/ 1403090 w 2385182"/>
              <a:gd name="connsiteY47" fmla="*/ 134062 h 519683"/>
              <a:gd name="connsiteX48" fmla="*/ 1403090 w 2385182"/>
              <a:gd name="connsiteY48" fmla="*/ 200602 h 519683"/>
              <a:gd name="connsiteX49" fmla="*/ 1403090 w 2385182"/>
              <a:gd name="connsiteY49" fmla="*/ 200602 h 519683"/>
              <a:gd name="connsiteX50" fmla="*/ 1403090 w 2385182"/>
              <a:gd name="connsiteY50" fmla="*/ 437000 h 519683"/>
              <a:gd name="connsiteX51" fmla="*/ 1320547 w 2385182"/>
              <a:gd name="connsiteY51" fmla="*/ 519543 h 519683"/>
              <a:gd name="connsiteX52" fmla="*/ 981952 w 2385182"/>
              <a:gd name="connsiteY52" fmla="*/ 519543 h 519683"/>
              <a:gd name="connsiteX53" fmla="*/ 981952 w 2385182"/>
              <a:gd name="connsiteY53" fmla="*/ 0 h 519683"/>
              <a:gd name="connsiteX54" fmla="*/ 1054247 w 2385182"/>
              <a:gd name="connsiteY54" fmla="*/ 0 h 519683"/>
              <a:gd name="connsiteX55" fmla="*/ 1054247 w 2385182"/>
              <a:gd name="connsiteY55" fmla="*/ 134062 h 519683"/>
              <a:gd name="connsiteX56" fmla="*/ 1054107 w 2385182"/>
              <a:gd name="connsiteY56" fmla="*/ 200602 h 519683"/>
              <a:gd name="connsiteX57" fmla="*/ 1054107 w 2385182"/>
              <a:gd name="connsiteY57" fmla="*/ 453004 h 519683"/>
              <a:gd name="connsiteX58" fmla="*/ 1330794 w 2385182"/>
              <a:gd name="connsiteY58" fmla="*/ 453004 h 519683"/>
              <a:gd name="connsiteX59" fmla="*/ 1330794 w 2385182"/>
              <a:gd name="connsiteY59" fmla="*/ 200602 h 519683"/>
              <a:gd name="connsiteX60" fmla="*/ 1054107 w 2385182"/>
              <a:gd name="connsiteY60" fmla="*/ 200602 h 519683"/>
              <a:gd name="connsiteX61" fmla="*/ 2036200 w 2385182"/>
              <a:gd name="connsiteY61" fmla="*/ 360073 h 519683"/>
              <a:gd name="connsiteX62" fmla="*/ 2036200 w 2385182"/>
              <a:gd name="connsiteY62" fmla="*/ 453144 h 519683"/>
              <a:gd name="connsiteX63" fmla="*/ 2385182 w 2385182"/>
              <a:gd name="connsiteY63" fmla="*/ 453144 h 519683"/>
              <a:gd name="connsiteX64" fmla="*/ 2385182 w 2385182"/>
              <a:gd name="connsiteY64" fmla="*/ 519684 h 519683"/>
              <a:gd name="connsiteX65" fmla="*/ 2046447 w 2385182"/>
              <a:gd name="connsiteY65" fmla="*/ 519684 h 519683"/>
              <a:gd name="connsiteX66" fmla="*/ 1963904 w 2385182"/>
              <a:gd name="connsiteY66" fmla="*/ 437141 h 519683"/>
              <a:gd name="connsiteX67" fmla="*/ 1963904 w 2385182"/>
              <a:gd name="connsiteY67" fmla="*/ 360213 h 519683"/>
              <a:gd name="connsiteX68" fmla="*/ 1963904 w 2385182"/>
              <a:gd name="connsiteY68" fmla="*/ 360213 h 519683"/>
              <a:gd name="connsiteX69" fmla="*/ 1963904 w 2385182"/>
              <a:gd name="connsiteY69" fmla="*/ 293673 h 519683"/>
              <a:gd name="connsiteX70" fmla="*/ 1963904 w 2385182"/>
              <a:gd name="connsiteY70" fmla="*/ 293673 h 519683"/>
              <a:gd name="connsiteX71" fmla="*/ 1963904 w 2385182"/>
              <a:gd name="connsiteY71" fmla="*/ 200742 h 519683"/>
              <a:gd name="connsiteX72" fmla="*/ 1963904 w 2385182"/>
              <a:gd name="connsiteY72" fmla="*/ 200742 h 519683"/>
              <a:gd name="connsiteX73" fmla="*/ 1963904 w 2385182"/>
              <a:gd name="connsiteY73" fmla="*/ 134202 h 519683"/>
              <a:gd name="connsiteX74" fmla="*/ 2302639 w 2385182"/>
              <a:gd name="connsiteY74" fmla="*/ 134202 h 519683"/>
              <a:gd name="connsiteX75" fmla="*/ 2385182 w 2385182"/>
              <a:gd name="connsiteY75" fmla="*/ 216745 h 519683"/>
              <a:gd name="connsiteX76" fmla="*/ 2385182 w 2385182"/>
              <a:gd name="connsiteY76" fmla="*/ 360073 h 519683"/>
              <a:gd name="connsiteX77" fmla="*/ 2036200 w 2385182"/>
              <a:gd name="connsiteY77" fmla="*/ 360073 h 519683"/>
              <a:gd name="connsiteX78" fmla="*/ 2036200 w 2385182"/>
              <a:gd name="connsiteY78" fmla="*/ 293533 h 519683"/>
              <a:gd name="connsiteX79" fmla="*/ 2312887 w 2385182"/>
              <a:gd name="connsiteY79" fmla="*/ 293533 h 519683"/>
              <a:gd name="connsiteX80" fmla="*/ 2312887 w 2385182"/>
              <a:gd name="connsiteY80" fmla="*/ 200602 h 519683"/>
              <a:gd name="connsiteX81" fmla="*/ 2036200 w 2385182"/>
              <a:gd name="connsiteY81" fmla="*/ 200602 h 519683"/>
              <a:gd name="connsiteX82" fmla="*/ 2036200 w 2385182"/>
              <a:gd name="connsiteY82" fmla="*/ 293533 h 519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385182" h="519683">
                <a:moveTo>
                  <a:pt x="1472858" y="134062"/>
                </a:moveTo>
                <a:lnTo>
                  <a:pt x="1894136" y="134062"/>
                </a:lnTo>
                <a:lnTo>
                  <a:pt x="1894136" y="200602"/>
                </a:lnTo>
                <a:lnTo>
                  <a:pt x="1545153" y="200602"/>
                </a:lnTo>
                <a:lnTo>
                  <a:pt x="1545153" y="519543"/>
                </a:lnTo>
                <a:lnTo>
                  <a:pt x="1472858" y="519543"/>
                </a:lnTo>
                <a:lnTo>
                  <a:pt x="1472858" y="134062"/>
                </a:lnTo>
                <a:close/>
                <a:moveTo>
                  <a:pt x="72295" y="200602"/>
                </a:moveTo>
                <a:lnTo>
                  <a:pt x="421278" y="200602"/>
                </a:lnTo>
                <a:lnTo>
                  <a:pt x="421278" y="134062"/>
                </a:lnTo>
                <a:lnTo>
                  <a:pt x="82543" y="134062"/>
                </a:lnTo>
                <a:lnTo>
                  <a:pt x="0" y="216605"/>
                </a:lnTo>
                <a:lnTo>
                  <a:pt x="0" y="360073"/>
                </a:lnTo>
                <a:lnTo>
                  <a:pt x="72295" y="360073"/>
                </a:lnTo>
                <a:cubicBezTo>
                  <a:pt x="72295" y="360073"/>
                  <a:pt x="348983" y="360073"/>
                  <a:pt x="348983" y="360073"/>
                </a:cubicBezTo>
                <a:lnTo>
                  <a:pt x="348983" y="453004"/>
                </a:lnTo>
                <a:lnTo>
                  <a:pt x="0" y="453004"/>
                </a:lnTo>
                <a:lnTo>
                  <a:pt x="0" y="519543"/>
                </a:lnTo>
                <a:lnTo>
                  <a:pt x="338595" y="519543"/>
                </a:lnTo>
                <a:lnTo>
                  <a:pt x="421278" y="436860"/>
                </a:lnTo>
                <a:lnTo>
                  <a:pt x="421278" y="293533"/>
                </a:lnTo>
                <a:cubicBezTo>
                  <a:pt x="421278" y="293533"/>
                  <a:pt x="72295" y="293533"/>
                  <a:pt x="72295" y="293533"/>
                </a:cubicBezTo>
                <a:lnTo>
                  <a:pt x="72295" y="200461"/>
                </a:lnTo>
                <a:close/>
                <a:moveTo>
                  <a:pt x="912184" y="293533"/>
                </a:moveTo>
                <a:lnTo>
                  <a:pt x="912184" y="293533"/>
                </a:lnTo>
                <a:lnTo>
                  <a:pt x="912184" y="360073"/>
                </a:lnTo>
                <a:lnTo>
                  <a:pt x="912184" y="360073"/>
                </a:lnTo>
                <a:lnTo>
                  <a:pt x="912184" y="453004"/>
                </a:lnTo>
                <a:lnTo>
                  <a:pt x="912184" y="453004"/>
                </a:lnTo>
                <a:lnTo>
                  <a:pt x="912184" y="519543"/>
                </a:lnTo>
                <a:lnTo>
                  <a:pt x="573449" y="519543"/>
                </a:lnTo>
                <a:lnTo>
                  <a:pt x="490906" y="437000"/>
                </a:lnTo>
                <a:lnTo>
                  <a:pt x="490906" y="293673"/>
                </a:lnTo>
                <a:lnTo>
                  <a:pt x="839888" y="293673"/>
                </a:lnTo>
                <a:lnTo>
                  <a:pt x="839888" y="200602"/>
                </a:lnTo>
                <a:lnTo>
                  <a:pt x="490906" y="200602"/>
                </a:lnTo>
                <a:lnTo>
                  <a:pt x="490906" y="134062"/>
                </a:lnTo>
                <a:lnTo>
                  <a:pt x="829641" y="134062"/>
                </a:lnTo>
                <a:cubicBezTo>
                  <a:pt x="829641" y="134062"/>
                  <a:pt x="829641" y="134062"/>
                  <a:pt x="829641" y="134062"/>
                </a:cubicBezTo>
                <a:lnTo>
                  <a:pt x="912184" y="216605"/>
                </a:lnTo>
                <a:lnTo>
                  <a:pt x="912184" y="293533"/>
                </a:lnTo>
                <a:close/>
                <a:moveTo>
                  <a:pt x="839888" y="360073"/>
                </a:moveTo>
                <a:lnTo>
                  <a:pt x="563201" y="360073"/>
                </a:lnTo>
                <a:lnTo>
                  <a:pt x="563201" y="453004"/>
                </a:lnTo>
                <a:lnTo>
                  <a:pt x="839888" y="453004"/>
                </a:lnTo>
                <a:lnTo>
                  <a:pt x="839888" y="360073"/>
                </a:lnTo>
                <a:close/>
                <a:moveTo>
                  <a:pt x="1054107" y="134062"/>
                </a:moveTo>
                <a:lnTo>
                  <a:pt x="1403090" y="134062"/>
                </a:lnTo>
                <a:lnTo>
                  <a:pt x="1403090" y="200602"/>
                </a:lnTo>
                <a:lnTo>
                  <a:pt x="1403090" y="200602"/>
                </a:lnTo>
                <a:lnTo>
                  <a:pt x="1403090" y="437000"/>
                </a:lnTo>
                <a:lnTo>
                  <a:pt x="1320547" y="519543"/>
                </a:lnTo>
                <a:lnTo>
                  <a:pt x="981952" y="519543"/>
                </a:lnTo>
                <a:lnTo>
                  <a:pt x="981952" y="0"/>
                </a:lnTo>
                <a:lnTo>
                  <a:pt x="1054247" y="0"/>
                </a:lnTo>
                <a:lnTo>
                  <a:pt x="1054247" y="134062"/>
                </a:lnTo>
                <a:close/>
                <a:moveTo>
                  <a:pt x="1054107" y="200602"/>
                </a:moveTo>
                <a:lnTo>
                  <a:pt x="1054107" y="453004"/>
                </a:lnTo>
                <a:lnTo>
                  <a:pt x="1330794" y="453004"/>
                </a:lnTo>
                <a:lnTo>
                  <a:pt x="1330794" y="200602"/>
                </a:lnTo>
                <a:lnTo>
                  <a:pt x="1054107" y="200602"/>
                </a:lnTo>
                <a:close/>
                <a:moveTo>
                  <a:pt x="2036200" y="360073"/>
                </a:moveTo>
                <a:lnTo>
                  <a:pt x="2036200" y="453144"/>
                </a:lnTo>
                <a:lnTo>
                  <a:pt x="2385182" y="453144"/>
                </a:lnTo>
                <a:lnTo>
                  <a:pt x="2385182" y="519684"/>
                </a:lnTo>
                <a:lnTo>
                  <a:pt x="2046447" y="519684"/>
                </a:lnTo>
                <a:lnTo>
                  <a:pt x="1963904" y="437141"/>
                </a:lnTo>
                <a:lnTo>
                  <a:pt x="1963904" y="360213"/>
                </a:lnTo>
                <a:lnTo>
                  <a:pt x="1963904" y="360213"/>
                </a:lnTo>
                <a:lnTo>
                  <a:pt x="1963904" y="293673"/>
                </a:lnTo>
                <a:lnTo>
                  <a:pt x="1963904" y="293673"/>
                </a:lnTo>
                <a:lnTo>
                  <a:pt x="1963904" y="200742"/>
                </a:lnTo>
                <a:lnTo>
                  <a:pt x="1963904" y="200742"/>
                </a:lnTo>
                <a:lnTo>
                  <a:pt x="1963904" y="134202"/>
                </a:lnTo>
                <a:lnTo>
                  <a:pt x="2302639" y="134202"/>
                </a:lnTo>
                <a:lnTo>
                  <a:pt x="2385182" y="216745"/>
                </a:lnTo>
                <a:lnTo>
                  <a:pt x="2385182" y="360073"/>
                </a:lnTo>
                <a:lnTo>
                  <a:pt x="2036200" y="360073"/>
                </a:lnTo>
                <a:close/>
                <a:moveTo>
                  <a:pt x="2036200" y="293533"/>
                </a:moveTo>
                <a:lnTo>
                  <a:pt x="2312887" y="293533"/>
                </a:lnTo>
                <a:lnTo>
                  <a:pt x="2312887" y="200602"/>
                </a:lnTo>
                <a:lnTo>
                  <a:pt x="2036200" y="200602"/>
                </a:lnTo>
                <a:lnTo>
                  <a:pt x="2036200" y="293533"/>
                </a:lnTo>
                <a:close/>
              </a:path>
            </a:pathLst>
          </a:custGeom>
          <a:solidFill>
            <a:schemeClr val="bg2"/>
          </a:solidFill>
          <a:ln w="14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Graphic 9">
            <a:extLst>
              <a:ext uri="{FF2B5EF4-FFF2-40B4-BE49-F238E27FC236}">
                <a16:creationId xmlns:a16="http://schemas.microsoft.com/office/drawing/2014/main" id="{552B877C-6B83-7237-6AD6-CB87E5D4FBE8}"/>
              </a:ext>
            </a:extLst>
          </p:cNvPr>
          <p:cNvSpPr/>
          <p:nvPr/>
        </p:nvSpPr>
        <p:spPr>
          <a:xfrm>
            <a:off x="11209020" y="398028"/>
            <a:ext cx="601980" cy="601935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chemeClr val="bg2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BA52435-EEDB-776D-1EB4-C56F20C1140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77956" y="398028"/>
            <a:ext cx="1970195" cy="1156944"/>
          </a:xfrm>
        </p:spPr>
        <p:txBody>
          <a:bodyPr vert="horz" lIns="0" tIns="0" rIns="0" bIns="0" rtlCol="0">
            <a:noAutofit/>
          </a:bodyPr>
          <a:lstStyle>
            <a:lvl1pPr>
              <a:defRPr lang="en-US" sz="1400" b="0" dirty="0">
                <a:solidFill>
                  <a:schemeClr val="bg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en-US" dirty="0"/>
              <a:t>Date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75B0F1-3226-B1AE-BCF3-A25BAE78CC6F}"/>
              </a:ext>
            </a:extLst>
          </p:cNvPr>
          <p:cNvSpPr txBox="1"/>
          <p:nvPr userDrawn="1"/>
        </p:nvSpPr>
        <p:spPr>
          <a:xfrm>
            <a:off x="11851757" y="6325229"/>
            <a:ext cx="175426" cy="1679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400" dirty="0">
                <a:solidFill>
                  <a:schemeClr val="bg2"/>
                </a:solidFill>
              </a:rPr>
              <a:t>®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1BB4437-1036-6B50-4EEF-3DCC5895A88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0999" y="349437"/>
            <a:ext cx="5257799" cy="115694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sz="2800" b="0" cap="none" baseline="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 dirty="0"/>
              <a:t>Presentation template title goes here in Galeria Medium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79ECFB-2298-B95E-6ACE-88551AEA271E}"/>
              </a:ext>
            </a:extLst>
          </p:cNvPr>
          <p:cNvSpPr txBox="1"/>
          <p:nvPr userDrawn="1"/>
        </p:nvSpPr>
        <p:spPr>
          <a:xfrm>
            <a:off x="2337955" y="2971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1600" dirty="0" err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5871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2 - Partner Terracott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549D8DF2-7259-F519-0170-71970408C0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3047" y="6083298"/>
            <a:ext cx="1987438" cy="572382"/>
          </a:xfrm>
          <a:prstGeom prst="rect">
            <a:avLst/>
          </a:prstGeom>
        </p:spPr>
      </p:pic>
      <p:sp>
        <p:nvSpPr>
          <p:cNvPr id="104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3314701"/>
            <a:ext cx="8915400" cy="1580373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l">
              <a:lnSpc>
                <a:spcPct val="100000"/>
              </a:lnSpc>
              <a:defRPr sz="48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Presentation template title goes here in Galeria Medium</a:t>
            </a:r>
          </a:p>
        </p:txBody>
      </p:sp>
      <p:sp>
        <p:nvSpPr>
          <p:cNvPr id="105" name="Subtitle 2"/>
          <p:cNvSpPr>
            <a:spLocks noGrp="1"/>
          </p:cNvSpPr>
          <p:nvPr>
            <p:ph type="subTitle" idx="1" hasCustomPrompt="1"/>
          </p:nvPr>
        </p:nvSpPr>
        <p:spPr>
          <a:xfrm flipH="1">
            <a:off x="380999" y="5071628"/>
            <a:ext cx="8915398" cy="4020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2pPr marL="342884" indent="0" algn="ctr">
              <a:buNone/>
              <a:defRPr sz="1500"/>
            </a:lvl2pPr>
            <a:lvl3pPr marL="685766" indent="0" algn="ctr">
              <a:buNone/>
              <a:defRPr sz="1350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5" indent="0" algn="ctr">
              <a:buNone/>
              <a:defRPr sz="1200"/>
            </a:lvl6pPr>
            <a:lvl7pPr marL="2057297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4" indent="0" algn="ctr">
              <a:buNone/>
              <a:defRPr sz="1200"/>
            </a:lvl9pPr>
          </a:lstStyle>
          <a:p>
            <a:r>
              <a:rPr lang="en-US" dirty="0"/>
              <a:t>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BA52435-EEDB-776D-1EB4-C56F20C1140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398028"/>
            <a:ext cx="3251200" cy="338572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0" dirty="0"/>
            </a:lvl1pPr>
          </a:lstStyle>
          <a:p>
            <a:pPr lvl="0">
              <a:spcBef>
                <a:spcPts val="0"/>
              </a:spcBef>
            </a:pPr>
            <a:r>
              <a:rPr lang="en-US" dirty="0"/>
              <a:t>Date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5BA8BB-5324-8B60-6660-B69615CC4CD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840805" y="6134100"/>
            <a:ext cx="1970195" cy="36659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Partner logo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F603811-1F23-2EA6-9E96-A27FAB40B0CD}"/>
              </a:ext>
            </a:extLst>
          </p:cNvPr>
          <p:cNvCxnSpPr/>
          <p:nvPr userDrawn="1"/>
        </p:nvCxnSpPr>
        <p:spPr>
          <a:xfrm>
            <a:off x="0" y="5778500"/>
            <a:ext cx="1219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raphic 9">
            <a:extLst>
              <a:ext uri="{FF2B5EF4-FFF2-40B4-BE49-F238E27FC236}">
                <a16:creationId xmlns:a16="http://schemas.microsoft.com/office/drawing/2014/main" id="{8B6BABE2-D62A-B361-D537-5DB982DF1F33}"/>
              </a:ext>
            </a:extLst>
          </p:cNvPr>
          <p:cNvSpPr/>
          <p:nvPr userDrawn="1"/>
        </p:nvSpPr>
        <p:spPr>
          <a:xfrm>
            <a:off x="11209020" y="398028"/>
            <a:ext cx="601980" cy="601935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chemeClr val="tx1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387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2 - Partner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3314701"/>
            <a:ext cx="8915400" cy="1580373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l">
              <a:lnSpc>
                <a:spcPct val="100000"/>
              </a:lnSpc>
              <a:defRPr sz="4800" b="0" cap="none" baseline="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 dirty="0"/>
              <a:t>Presentation template title goes here in Galeria Medium</a:t>
            </a:r>
          </a:p>
        </p:txBody>
      </p:sp>
      <p:sp>
        <p:nvSpPr>
          <p:cNvPr id="105" name="Subtitle 2"/>
          <p:cNvSpPr>
            <a:spLocks noGrp="1"/>
          </p:cNvSpPr>
          <p:nvPr>
            <p:ph type="subTitle" idx="1" hasCustomPrompt="1"/>
          </p:nvPr>
        </p:nvSpPr>
        <p:spPr>
          <a:xfrm flipH="1">
            <a:off x="380999" y="5071628"/>
            <a:ext cx="8915398" cy="4020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bg2"/>
                </a:solidFill>
                <a:latin typeface="+mn-lt"/>
              </a:defRPr>
            </a:lvl1pPr>
            <a:lvl2pPr marL="342884" indent="0" algn="ctr">
              <a:buNone/>
              <a:defRPr sz="1500"/>
            </a:lvl2pPr>
            <a:lvl3pPr marL="685766" indent="0" algn="ctr">
              <a:buNone/>
              <a:defRPr sz="1350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5" indent="0" algn="ctr">
              <a:buNone/>
              <a:defRPr sz="1200"/>
            </a:lvl6pPr>
            <a:lvl7pPr marL="2057297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4" indent="0" algn="ctr">
              <a:buNone/>
              <a:defRPr sz="1200"/>
            </a:lvl9pPr>
          </a:lstStyle>
          <a:p>
            <a:r>
              <a:rPr lang="en-US" dirty="0"/>
              <a:t>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BA52435-EEDB-776D-1EB4-C56F20C1140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398028"/>
            <a:ext cx="3251200" cy="338572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0" dirty="0">
                <a:solidFill>
                  <a:schemeClr val="bg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en-US" dirty="0"/>
              <a:t>Date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5BA8BB-5324-8B60-6660-B69615CC4CD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840805" y="6134100"/>
            <a:ext cx="1970195" cy="366590"/>
          </a:xfrm>
        </p:spPr>
        <p:txBody>
          <a:bodyPr anchor="ctr"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Partner logo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F603811-1F23-2EA6-9E96-A27FAB40B0CD}"/>
              </a:ext>
            </a:extLst>
          </p:cNvPr>
          <p:cNvCxnSpPr/>
          <p:nvPr userDrawn="1"/>
        </p:nvCxnSpPr>
        <p:spPr>
          <a:xfrm>
            <a:off x="0" y="5778500"/>
            <a:ext cx="12192000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raphic 9">
            <a:extLst>
              <a:ext uri="{FF2B5EF4-FFF2-40B4-BE49-F238E27FC236}">
                <a16:creationId xmlns:a16="http://schemas.microsoft.com/office/drawing/2014/main" id="{15ED640B-ED14-2D02-54E8-BD6E414F19D2}"/>
              </a:ext>
            </a:extLst>
          </p:cNvPr>
          <p:cNvSpPr/>
          <p:nvPr userDrawn="1"/>
        </p:nvSpPr>
        <p:spPr>
          <a:xfrm>
            <a:off x="11209020" y="398028"/>
            <a:ext cx="601980" cy="601935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chemeClr val="bg2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5748219-5E17-3E64-5803-C113F256995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3047" y="6083298"/>
            <a:ext cx="1987438" cy="57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715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2 - Partner Off-Whi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3314701"/>
            <a:ext cx="8915400" cy="1580373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l">
              <a:lnSpc>
                <a:spcPct val="100000"/>
              </a:lnSpc>
              <a:defRPr sz="48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Presentation template title goes here in Galeria Medium</a:t>
            </a:r>
          </a:p>
        </p:txBody>
      </p:sp>
      <p:sp>
        <p:nvSpPr>
          <p:cNvPr id="105" name="Subtitle 2"/>
          <p:cNvSpPr>
            <a:spLocks noGrp="1"/>
          </p:cNvSpPr>
          <p:nvPr>
            <p:ph type="subTitle" idx="1" hasCustomPrompt="1"/>
          </p:nvPr>
        </p:nvSpPr>
        <p:spPr>
          <a:xfrm flipH="1">
            <a:off x="380999" y="5071628"/>
            <a:ext cx="8915398" cy="4020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2pPr marL="342884" indent="0" algn="ctr">
              <a:buNone/>
              <a:defRPr sz="1500"/>
            </a:lvl2pPr>
            <a:lvl3pPr marL="685766" indent="0" algn="ctr">
              <a:buNone/>
              <a:defRPr sz="1350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5" indent="0" algn="ctr">
              <a:buNone/>
              <a:defRPr sz="1200"/>
            </a:lvl6pPr>
            <a:lvl7pPr marL="2057297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4" indent="0" algn="ctr">
              <a:buNone/>
              <a:defRPr sz="1200"/>
            </a:lvl9pPr>
          </a:lstStyle>
          <a:p>
            <a:r>
              <a:rPr lang="en-US" dirty="0"/>
              <a:t>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BA52435-EEDB-776D-1EB4-C56F20C1140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398028"/>
            <a:ext cx="3251200" cy="338572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0" dirty="0"/>
            </a:lvl1pPr>
          </a:lstStyle>
          <a:p>
            <a:pPr lvl="0">
              <a:spcBef>
                <a:spcPts val="0"/>
              </a:spcBef>
            </a:pPr>
            <a:r>
              <a:rPr lang="en-US" dirty="0"/>
              <a:t>Date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5BA8BB-5324-8B60-6660-B69615CC4CD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840805" y="6134100"/>
            <a:ext cx="1970195" cy="36659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Partner logo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F603811-1F23-2EA6-9E96-A27FAB40B0CD}"/>
              </a:ext>
            </a:extLst>
          </p:cNvPr>
          <p:cNvCxnSpPr/>
          <p:nvPr userDrawn="1"/>
        </p:nvCxnSpPr>
        <p:spPr>
          <a:xfrm>
            <a:off x="0" y="5778500"/>
            <a:ext cx="1219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raphic 9">
            <a:extLst>
              <a:ext uri="{FF2B5EF4-FFF2-40B4-BE49-F238E27FC236}">
                <a16:creationId xmlns:a16="http://schemas.microsoft.com/office/drawing/2014/main" id="{6504A8A3-5028-7ADA-3C02-82557F59F16E}"/>
              </a:ext>
            </a:extLst>
          </p:cNvPr>
          <p:cNvSpPr/>
          <p:nvPr userDrawn="1"/>
        </p:nvSpPr>
        <p:spPr>
          <a:xfrm>
            <a:off x="11209020" y="398028"/>
            <a:ext cx="601980" cy="601935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chemeClr val="tx1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F2ADF1B-95AD-004D-29B6-4991DBAB50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3047" y="6083298"/>
            <a:ext cx="1987438" cy="57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841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2 - Partner With Phot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3314701"/>
            <a:ext cx="8915400" cy="1580373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l">
              <a:lnSpc>
                <a:spcPct val="100000"/>
              </a:lnSpc>
              <a:defRPr sz="4800" b="0" cap="none" baseline="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 dirty="0"/>
              <a:t>Presentation template title goes here in Galeria Medium</a:t>
            </a:r>
          </a:p>
        </p:txBody>
      </p:sp>
      <p:sp>
        <p:nvSpPr>
          <p:cNvPr id="105" name="Subtitle 2"/>
          <p:cNvSpPr>
            <a:spLocks noGrp="1"/>
          </p:cNvSpPr>
          <p:nvPr>
            <p:ph type="subTitle" idx="1" hasCustomPrompt="1"/>
          </p:nvPr>
        </p:nvSpPr>
        <p:spPr>
          <a:xfrm flipH="1">
            <a:off x="380999" y="5071628"/>
            <a:ext cx="8915398" cy="4020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bg2"/>
                </a:solidFill>
                <a:latin typeface="+mn-lt"/>
              </a:defRPr>
            </a:lvl1pPr>
            <a:lvl2pPr marL="342884" indent="0" algn="ctr">
              <a:buNone/>
              <a:defRPr sz="1500"/>
            </a:lvl2pPr>
            <a:lvl3pPr marL="685766" indent="0" algn="ctr">
              <a:buNone/>
              <a:defRPr sz="1350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5" indent="0" algn="ctr">
              <a:buNone/>
              <a:defRPr sz="1200"/>
            </a:lvl6pPr>
            <a:lvl7pPr marL="2057297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4" indent="0" algn="ctr">
              <a:buNone/>
              <a:defRPr sz="1200"/>
            </a:lvl9pPr>
          </a:lstStyle>
          <a:p>
            <a:r>
              <a:rPr lang="en-US" dirty="0"/>
              <a:t>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BA52435-EEDB-776D-1EB4-C56F20C1140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398028"/>
            <a:ext cx="3251200" cy="338572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0" dirty="0">
                <a:solidFill>
                  <a:schemeClr val="bg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en-US" dirty="0"/>
              <a:t>Date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5BA8BB-5324-8B60-6660-B69615CC4CD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840805" y="6134100"/>
            <a:ext cx="1970195" cy="366590"/>
          </a:xfrm>
        </p:spPr>
        <p:txBody>
          <a:bodyPr anchor="ctr"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Partner logo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F603811-1F23-2EA6-9E96-A27FAB40B0CD}"/>
              </a:ext>
            </a:extLst>
          </p:cNvPr>
          <p:cNvCxnSpPr/>
          <p:nvPr userDrawn="1"/>
        </p:nvCxnSpPr>
        <p:spPr>
          <a:xfrm>
            <a:off x="0" y="5778500"/>
            <a:ext cx="12192000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raphic 9">
            <a:extLst>
              <a:ext uri="{FF2B5EF4-FFF2-40B4-BE49-F238E27FC236}">
                <a16:creationId xmlns:a16="http://schemas.microsoft.com/office/drawing/2014/main" id="{922B3CD4-94B9-66E2-222E-DA8E8F4A0B6D}"/>
              </a:ext>
            </a:extLst>
          </p:cNvPr>
          <p:cNvSpPr/>
          <p:nvPr userDrawn="1"/>
        </p:nvSpPr>
        <p:spPr>
          <a:xfrm>
            <a:off x="11209020" y="398028"/>
            <a:ext cx="601980" cy="601935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chemeClr val="bg2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C0F94AB-36E2-99E3-2A7A-A511ACA8478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3047" y="6083298"/>
            <a:ext cx="1987438" cy="57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016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1 - Terracott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F027F74C-E257-17A1-BDCD-28F8AE91F1B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848475" y="0"/>
            <a:ext cx="5343525" cy="68580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4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2508174"/>
            <a:ext cx="6092371" cy="2202672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l">
              <a:lnSpc>
                <a:spcPct val="100000"/>
              </a:lnSpc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Section divider</a:t>
            </a:r>
            <a:br>
              <a:rPr lang="en-US" dirty="0"/>
            </a:br>
            <a:r>
              <a:rPr lang="en-US" dirty="0"/>
              <a:t>with number</a:t>
            </a:r>
          </a:p>
        </p:txBody>
      </p:sp>
      <p:sp>
        <p:nvSpPr>
          <p:cNvPr id="105" name="Subtitle 2"/>
          <p:cNvSpPr>
            <a:spLocks noGrp="1"/>
          </p:cNvSpPr>
          <p:nvPr>
            <p:ph type="subTitle" idx="1" hasCustomPrompt="1"/>
          </p:nvPr>
        </p:nvSpPr>
        <p:spPr>
          <a:xfrm flipH="1">
            <a:off x="380999" y="4788561"/>
            <a:ext cx="6092370" cy="5355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2pPr marL="342884" indent="0" algn="ctr">
              <a:buNone/>
              <a:defRPr sz="1500"/>
            </a:lvl2pPr>
            <a:lvl3pPr marL="685766" indent="0" algn="ctr">
              <a:buNone/>
              <a:defRPr sz="1350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5" indent="0" algn="ctr">
              <a:buNone/>
              <a:defRPr sz="1200"/>
            </a:lvl6pPr>
            <a:lvl7pPr marL="2057297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4" indent="0" algn="ctr">
              <a:buNone/>
              <a:defRPr sz="1200"/>
            </a:lvl9pPr>
          </a:lstStyle>
          <a:p>
            <a:r>
              <a:rPr lang="en-US" dirty="0" err="1"/>
              <a:t>Subheader</a:t>
            </a:r>
            <a:r>
              <a:rPr lang="en-US" dirty="0"/>
              <a:t> can go here over numerous </a:t>
            </a:r>
          </a:p>
          <a:p>
            <a:r>
              <a:rPr lang="en-US" dirty="0"/>
              <a:t>lines in Galeria Regular if needed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0B8FD3-F149-B1F4-2331-812497DD58D1}"/>
              </a:ext>
            </a:extLst>
          </p:cNvPr>
          <p:cNvSpPr txBox="1"/>
          <p:nvPr userDrawn="1"/>
        </p:nvSpPr>
        <p:spPr>
          <a:xfrm>
            <a:off x="382551" y="6286500"/>
            <a:ext cx="3846549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900" dirty="0">
                <a:solidFill>
                  <a:schemeClr val="tx1"/>
                </a:solidFill>
              </a:rPr>
              <a:t>Confidential | ©2026 Sabre GLBL Inc. All rights reserved.</a:t>
            </a:r>
            <a:endParaRPr lang="en-US" sz="1350" dirty="0">
              <a:solidFill>
                <a:schemeClr val="tx1"/>
              </a:solidFill>
            </a:endParaRP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E869E6CA-32B0-6B87-E7BB-65F1CC9D0E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4325" y="0"/>
            <a:ext cx="3251200" cy="1707451"/>
          </a:xfrm>
        </p:spPr>
        <p:txBody>
          <a:bodyPr vert="horz" lIns="0" tIns="0" rIns="0" bIns="0" rtlCol="0">
            <a:noAutofit/>
          </a:bodyPr>
          <a:lstStyle>
            <a:lvl1pPr>
              <a:defRPr lang="en-US" sz="13800" b="0" dirty="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en-US" dirty="0"/>
              <a:t>00</a:t>
            </a:r>
          </a:p>
        </p:txBody>
      </p:sp>
      <p:sp>
        <p:nvSpPr>
          <p:cNvPr id="3" name="Graphic 9">
            <a:extLst>
              <a:ext uri="{FF2B5EF4-FFF2-40B4-BE49-F238E27FC236}">
                <a16:creationId xmlns:a16="http://schemas.microsoft.com/office/drawing/2014/main" id="{174B4CE6-F923-1BC2-988D-3CDA01FD65B8}"/>
              </a:ext>
            </a:extLst>
          </p:cNvPr>
          <p:cNvSpPr/>
          <p:nvPr userDrawn="1"/>
        </p:nvSpPr>
        <p:spPr>
          <a:xfrm>
            <a:off x="11209020" y="398028"/>
            <a:ext cx="601980" cy="601935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chemeClr val="tx1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710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1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3">
            <a:extLst>
              <a:ext uri="{FF2B5EF4-FFF2-40B4-BE49-F238E27FC236}">
                <a16:creationId xmlns:a16="http://schemas.microsoft.com/office/drawing/2014/main" id="{66CAC391-F489-657A-2237-3A46B7B3E2A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848475" y="0"/>
            <a:ext cx="5343525" cy="68580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4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2508174"/>
            <a:ext cx="6092371" cy="2202672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l">
              <a:lnSpc>
                <a:spcPct val="100000"/>
              </a:lnSpc>
              <a:defRPr sz="5400" b="0" cap="none" baseline="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 dirty="0"/>
              <a:t>Section divider</a:t>
            </a:r>
            <a:br>
              <a:rPr lang="en-US" dirty="0"/>
            </a:br>
            <a:r>
              <a:rPr lang="en-US" dirty="0"/>
              <a:t>with number</a:t>
            </a:r>
          </a:p>
        </p:txBody>
      </p:sp>
      <p:sp>
        <p:nvSpPr>
          <p:cNvPr id="105" name="Subtitle 2"/>
          <p:cNvSpPr>
            <a:spLocks noGrp="1"/>
          </p:cNvSpPr>
          <p:nvPr>
            <p:ph type="subTitle" idx="1" hasCustomPrompt="1"/>
          </p:nvPr>
        </p:nvSpPr>
        <p:spPr>
          <a:xfrm flipH="1">
            <a:off x="380999" y="4788561"/>
            <a:ext cx="6092370" cy="5355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bg2"/>
                </a:solidFill>
                <a:latin typeface="+mn-lt"/>
              </a:defRPr>
            </a:lvl1pPr>
            <a:lvl2pPr marL="342884" indent="0" algn="ctr">
              <a:buNone/>
              <a:defRPr sz="1500"/>
            </a:lvl2pPr>
            <a:lvl3pPr marL="685766" indent="0" algn="ctr">
              <a:buNone/>
              <a:defRPr sz="1350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5" indent="0" algn="ctr">
              <a:buNone/>
              <a:defRPr sz="1200"/>
            </a:lvl6pPr>
            <a:lvl7pPr marL="2057297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4" indent="0" algn="ctr">
              <a:buNone/>
              <a:defRPr sz="1200"/>
            </a:lvl9pPr>
          </a:lstStyle>
          <a:p>
            <a:r>
              <a:rPr lang="en-US" dirty="0" err="1"/>
              <a:t>Subheader</a:t>
            </a:r>
            <a:r>
              <a:rPr lang="en-US" dirty="0"/>
              <a:t> can go here over numerous </a:t>
            </a:r>
          </a:p>
          <a:p>
            <a:r>
              <a:rPr lang="en-US" dirty="0"/>
              <a:t>lines in Galeria Regular if needed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0B8FD3-F149-B1F4-2331-812497DD58D1}"/>
              </a:ext>
            </a:extLst>
          </p:cNvPr>
          <p:cNvSpPr txBox="1"/>
          <p:nvPr userDrawn="1"/>
        </p:nvSpPr>
        <p:spPr>
          <a:xfrm>
            <a:off x="382551" y="6286500"/>
            <a:ext cx="3846549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900" dirty="0">
                <a:solidFill>
                  <a:schemeClr val="bg2"/>
                </a:solidFill>
              </a:rPr>
              <a:t>Confidential | ©2026 Sabre GLBL Inc. All rights reserved.</a:t>
            </a:r>
            <a:endParaRPr lang="en-US" sz="1350" dirty="0">
              <a:solidFill>
                <a:schemeClr val="bg2"/>
              </a:solidFill>
            </a:endParaRP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E869E6CA-32B0-6B87-E7BB-65F1CC9D0E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4325" y="0"/>
            <a:ext cx="3251200" cy="1707451"/>
          </a:xfrm>
        </p:spPr>
        <p:txBody>
          <a:bodyPr vert="horz" lIns="0" tIns="0" rIns="0" bIns="0" rtlCol="0">
            <a:noAutofit/>
          </a:bodyPr>
          <a:lstStyle>
            <a:lvl1pPr>
              <a:defRPr lang="en-US" sz="13800" b="0" dirty="0">
                <a:solidFill>
                  <a:schemeClr val="bg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en-US" dirty="0"/>
              <a:t>00</a:t>
            </a:r>
          </a:p>
        </p:txBody>
      </p:sp>
      <p:sp>
        <p:nvSpPr>
          <p:cNvPr id="2" name="Graphic 9">
            <a:extLst>
              <a:ext uri="{FF2B5EF4-FFF2-40B4-BE49-F238E27FC236}">
                <a16:creationId xmlns:a16="http://schemas.microsoft.com/office/drawing/2014/main" id="{F71CDC25-F954-FEC8-C744-CC0A52B6BAD1}"/>
              </a:ext>
            </a:extLst>
          </p:cNvPr>
          <p:cNvSpPr/>
          <p:nvPr userDrawn="1"/>
        </p:nvSpPr>
        <p:spPr>
          <a:xfrm>
            <a:off x="11209020" y="398028"/>
            <a:ext cx="601980" cy="601935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chemeClr val="bg2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94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1 - Off-Whi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3">
            <a:extLst>
              <a:ext uri="{FF2B5EF4-FFF2-40B4-BE49-F238E27FC236}">
                <a16:creationId xmlns:a16="http://schemas.microsoft.com/office/drawing/2014/main" id="{A7E543B7-06F5-8848-EB22-D0FF0EC5681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848475" y="0"/>
            <a:ext cx="5343525" cy="68580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4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2508174"/>
            <a:ext cx="6092371" cy="2202672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l">
              <a:lnSpc>
                <a:spcPct val="100000"/>
              </a:lnSpc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Section divider</a:t>
            </a:r>
            <a:br>
              <a:rPr lang="en-US" dirty="0"/>
            </a:br>
            <a:r>
              <a:rPr lang="en-US" dirty="0"/>
              <a:t>with number</a:t>
            </a:r>
          </a:p>
        </p:txBody>
      </p:sp>
      <p:sp>
        <p:nvSpPr>
          <p:cNvPr id="105" name="Subtitle 2"/>
          <p:cNvSpPr>
            <a:spLocks noGrp="1"/>
          </p:cNvSpPr>
          <p:nvPr>
            <p:ph type="subTitle" idx="1" hasCustomPrompt="1"/>
          </p:nvPr>
        </p:nvSpPr>
        <p:spPr>
          <a:xfrm flipH="1">
            <a:off x="380999" y="4788561"/>
            <a:ext cx="6092370" cy="5355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2pPr marL="342884" indent="0" algn="ctr">
              <a:buNone/>
              <a:defRPr sz="1500"/>
            </a:lvl2pPr>
            <a:lvl3pPr marL="685766" indent="0" algn="ctr">
              <a:buNone/>
              <a:defRPr sz="1350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5" indent="0" algn="ctr">
              <a:buNone/>
              <a:defRPr sz="1200"/>
            </a:lvl6pPr>
            <a:lvl7pPr marL="2057297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4" indent="0" algn="ctr">
              <a:buNone/>
              <a:defRPr sz="1200"/>
            </a:lvl9pPr>
          </a:lstStyle>
          <a:p>
            <a:r>
              <a:rPr lang="en-US" dirty="0" err="1"/>
              <a:t>Subheader</a:t>
            </a:r>
            <a:r>
              <a:rPr lang="en-US" dirty="0"/>
              <a:t> can go here over numerous </a:t>
            </a:r>
          </a:p>
          <a:p>
            <a:r>
              <a:rPr lang="en-US" dirty="0"/>
              <a:t>lines in Galeria Regular if needed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0B8FD3-F149-B1F4-2331-812497DD58D1}"/>
              </a:ext>
            </a:extLst>
          </p:cNvPr>
          <p:cNvSpPr txBox="1"/>
          <p:nvPr userDrawn="1"/>
        </p:nvSpPr>
        <p:spPr>
          <a:xfrm>
            <a:off x="382551" y="6286500"/>
            <a:ext cx="3846549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900" dirty="0">
                <a:solidFill>
                  <a:schemeClr val="tx1"/>
                </a:solidFill>
              </a:rPr>
              <a:t>Confidential | ©2026 Sabre GLBL Inc. All rights reserved.</a:t>
            </a:r>
            <a:endParaRPr lang="en-US" sz="1350" dirty="0">
              <a:solidFill>
                <a:schemeClr val="tx1"/>
              </a:solidFill>
            </a:endParaRP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E869E6CA-32B0-6B87-E7BB-65F1CC9D0E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4325" y="0"/>
            <a:ext cx="3251200" cy="1707451"/>
          </a:xfrm>
        </p:spPr>
        <p:txBody>
          <a:bodyPr vert="horz" lIns="0" tIns="0" rIns="0" bIns="0" rtlCol="0">
            <a:noAutofit/>
          </a:bodyPr>
          <a:lstStyle>
            <a:lvl1pPr>
              <a:defRPr lang="en-US" sz="13800" b="0" dirty="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en-US" dirty="0"/>
              <a:t>00</a:t>
            </a:r>
          </a:p>
        </p:txBody>
      </p:sp>
      <p:sp>
        <p:nvSpPr>
          <p:cNvPr id="3" name="Graphic 9">
            <a:extLst>
              <a:ext uri="{FF2B5EF4-FFF2-40B4-BE49-F238E27FC236}">
                <a16:creationId xmlns:a16="http://schemas.microsoft.com/office/drawing/2014/main" id="{28357FB4-1986-2E5B-EFB6-588C1332E22A}"/>
              </a:ext>
            </a:extLst>
          </p:cNvPr>
          <p:cNvSpPr/>
          <p:nvPr userDrawn="1"/>
        </p:nvSpPr>
        <p:spPr>
          <a:xfrm>
            <a:off x="11209020" y="398028"/>
            <a:ext cx="601980" cy="601935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chemeClr val="tx1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9471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vider 2 - Terracotta With Phot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433E980B-BB52-FC73-B0C5-7863CA93B6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6472" y="462786"/>
            <a:ext cx="1709875" cy="492443"/>
          </a:xfrm>
          <a:prstGeom prst="rect">
            <a:avLst/>
          </a:prstGeom>
        </p:spPr>
      </p:pic>
      <p:sp>
        <p:nvSpPr>
          <p:cNvPr id="104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2364991"/>
            <a:ext cx="5943600" cy="1046440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algn="l">
              <a:lnSpc>
                <a:spcPct val="100000"/>
              </a:lnSpc>
              <a:defRPr sz="3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Presentation template title</a:t>
            </a:r>
            <a:br>
              <a:rPr lang="en-US" dirty="0"/>
            </a:br>
            <a:r>
              <a:rPr lang="en-US" dirty="0"/>
              <a:t>goes here in Galeria Medium</a:t>
            </a:r>
          </a:p>
        </p:txBody>
      </p:sp>
      <p:sp>
        <p:nvSpPr>
          <p:cNvPr id="10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1000" y="3517011"/>
            <a:ext cx="5943600" cy="49244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342884" indent="0" algn="ctr">
              <a:buNone/>
              <a:defRPr sz="1500"/>
            </a:lvl2pPr>
            <a:lvl3pPr marL="685766" indent="0" algn="ctr">
              <a:buNone/>
              <a:defRPr sz="1350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5" indent="0" algn="ctr">
              <a:buNone/>
              <a:defRPr sz="1200"/>
            </a:lvl6pPr>
            <a:lvl7pPr marL="2057297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4" indent="0" algn="ctr">
              <a:buNone/>
              <a:defRPr sz="1200"/>
            </a:lvl9pPr>
          </a:lstStyle>
          <a:p>
            <a:r>
              <a:rPr lang="en-US" dirty="0" err="1"/>
              <a:t>Subheader</a:t>
            </a:r>
            <a:r>
              <a:rPr lang="en-US" dirty="0"/>
              <a:t> can go here over numerous </a:t>
            </a:r>
          </a:p>
          <a:p>
            <a:r>
              <a:rPr lang="en-US" dirty="0"/>
              <a:t>lines in Galeria Regular if needed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61866C-B3D3-3ACA-5BE9-DC62ADAC7A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55728" y="486238"/>
            <a:ext cx="1828800" cy="369332"/>
          </a:xfrm>
        </p:spPr>
        <p:txBody>
          <a:bodyPr>
            <a:spAutoFit/>
          </a:bodyPr>
          <a:lstStyle>
            <a:lvl1pPr>
              <a:spcBef>
                <a:spcPts val="0"/>
              </a:spcBef>
              <a:defRPr sz="1200">
                <a:latin typeface="APK Galeria Semi-Bold" panose="020B0504040000000000" pitchFamily="34" charset="0"/>
              </a:defRPr>
            </a:lvl1pPr>
            <a:lvl2pPr>
              <a:spcBef>
                <a:spcPts val="0"/>
              </a:spcBef>
              <a:buNone/>
              <a:defRPr sz="1200"/>
            </a:lvl2pPr>
          </a:lstStyle>
          <a:p>
            <a:pPr lvl="0"/>
            <a:r>
              <a:rPr lang="en-US" dirty="0"/>
              <a:t>Presentation by</a:t>
            </a:r>
          </a:p>
          <a:p>
            <a:pPr lvl="1"/>
            <a:r>
              <a:rPr lang="en-US" dirty="0" err="1"/>
              <a:t>Firstname</a:t>
            </a:r>
            <a:r>
              <a:rPr lang="en-US" dirty="0"/>
              <a:t> Surname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386E150B-2754-E46C-259F-2FACA8C19C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689975" y="486238"/>
            <a:ext cx="1828800" cy="184666"/>
          </a:xfrm>
        </p:spPr>
        <p:txBody>
          <a:bodyPr>
            <a:spAutoFit/>
          </a:bodyPr>
          <a:lstStyle>
            <a:lvl1pPr>
              <a:spcBef>
                <a:spcPts val="0"/>
              </a:spcBef>
              <a:defRPr sz="1200">
                <a:latin typeface="APK Galeria Semi-Bold" panose="020B0504040000000000" pitchFamily="34" charset="0"/>
              </a:defRPr>
            </a:lvl1pPr>
            <a:lvl2pPr>
              <a:spcBef>
                <a:spcPts val="0"/>
              </a:spcBef>
              <a:buNone/>
              <a:defRPr sz="1200"/>
            </a:lvl2pPr>
          </a:lstStyle>
          <a:p>
            <a:pPr lvl="0"/>
            <a:r>
              <a:rPr lang="en-US" dirty="0"/>
              <a:t>Month XX, 20XX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620B506-2907-531F-1708-7DE074C7A0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3902932"/>
            <a:ext cx="12192000" cy="2955068"/>
          </a:xfrm>
          <a:custGeom>
            <a:avLst/>
            <a:gdLst>
              <a:gd name="connsiteX0" fmla="*/ 12191999 w 12192000"/>
              <a:gd name="connsiteY0" fmla="*/ 0 h 2955068"/>
              <a:gd name="connsiteX1" fmla="*/ 12191999 w 12192000"/>
              <a:gd name="connsiteY1" fmla="*/ 387287 h 2955068"/>
              <a:gd name="connsiteX2" fmla="*/ 12192000 w 12192000"/>
              <a:gd name="connsiteY2" fmla="*/ 387287 h 2955068"/>
              <a:gd name="connsiteX3" fmla="*/ 12192000 w 12192000"/>
              <a:gd name="connsiteY3" fmla="*/ 2955068 h 2955068"/>
              <a:gd name="connsiteX4" fmla="*/ 0 w 12192000"/>
              <a:gd name="connsiteY4" fmla="*/ 2955068 h 2955068"/>
              <a:gd name="connsiteX5" fmla="*/ 0 w 12192000"/>
              <a:gd name="connsiteY5" fmla="*/ 387287 h 2955068"/>
              <a:gd name="connsiteX6" fmla="*/ 11804712 w 12192000"/>
              <a:gd name="connsiteY6" fmla="*/ 387287 h 2955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2955068">
                <a:moveTo>
                  <a:pt x="12191999" y="0"/>
                </a:moveTo>
                <a:lnTo>
                  <a:pt x="12191999" y="387287"/>
                </a:lnTo>
                <a:lnTo>
                  <a:pt x="12192000" y="387287"/>
                </a:lnTo>
                <a:lnTo>
                  <a:pt x="12192000" y="2955068"/>
                </a:lnTo>
                <a:lnTo>
                  <a:pt x="0" y="2955068"/>
                </a:lnTo>
                <a:lnTo>
                  <a:pt x="0" y="387287"/>
                </a:lnTo>
                <a:lnTo>
                  <a:pt x="11804712" y="38728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3823E202-886D-4A6E-034D-9413968C63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349500" y="486238"/>
            <a:ext cx="1682496" cy="365760"/>
          </a:xfrm>
          <a:noFill/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F2BAC67-F982-E3D7-4AFC-D307C9EF3413}"/>
              </a:ext>
            </a:extLst>
          </p:cNvPr>
          <p:cNvCxnSpPr>
            <a:cxnSpLocks/>
          </p:cNvCxnSpPr>
          <p:nvPr userDrawn="1"/>
        </p:nvCxnSpPr>
        <p:spPr>
          <a:xfrm>
            <a:off x="2099693" y="486238"/>
            <a:ext cx="0" cy="3657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raphic 9">
            <a:extLst>
              <a:ext uri="{FF2B5EF4-FFF2-40B4-BE49-F238E27FC236}">
                <a16:creationId xmlns:a16="http://schemas.microsoft.com/office/drawing/2014/main" id="{31DF08EB-487D-D194-1EAE-BA4827A5178A}"/>
              </a:ext>
            </a:extLst>
          </p:cNvPr>
          <p:cNvSpPr/>
          <p:nvPr userDrawn="1"/>
        </p:nvSpPr>
        <p:spPr>
          <a:xfrm>
            <a:off x="11209020" y="398028"/>
            <a:ext cx="601980" cy="601935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chemeClr val="tx1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8419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2 - Black With Ph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61866C-B3D3-3ACA-5BE9-DC62ADAC7A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55728" y="486238"/>
            <a:ext cx="1828800" cy="369332"/>
          </a:xfrm>
        </p:spPr>
        <p:txBody>
          <a:bodyPr>
            <a:spAutoFit/>
          </a:bodyPr>
          <a:lstStyle>
            <a:lvl1pPr>
              <a:spcBef>
                <a:spcPts val="0"/>
              </a:spcBef>
              <a:defRPr sz="1200">
                <a:solidFill>
                  <a:schemeClr val="bg1"/>
                </a:solidFill>
                <a:latin typeface="APK Galeria Semi-Bold" panose="020B0504040000000000" pitchFamily="34" charset="0"/>
              </a:defRPr>
            </a:lvl1pPr>
            <a:lvl2pPr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Presentation by</a:t>
            </a:r>
          </a:p>
          <a:p>
            <a:pPr lvl="1"/>
            <a:r>
              <a:rPr lang="en-US" dirty="0" err="1"/>
              <a:t>Firstname</a:t>
            </a:r>
            <a:r>
              <a:rPr lang="en-US" dirty="0"/>
              <a:t> Surname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386E150B-2754-E46C-259F-2FACA8C19C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689975" y="486238"/>
            <a:ext cx="1828800" cy="184666"/>
          </a:xfrm>
        </p:spPr>
        <p:txBody>
          <a:bodyPr>
            <a:spAutoFit/>
          </a:bodyPr>
          <a:lstStyle>
            <a:lvl1pPr>
              <a:spcBef>
                <a:spcPts val="0"/>
              </a:spcBef>
              <a:defRPr sz="1200">
                <a:solidFill>
                  <a:schemeClr val="bg1"/>
                </a:solidFill>
                <a:latin typeface="APK Galeria Semi-Bold" panose="020B0504040000000000" pitchFamily="34" charset="0"/>
              </a:defRPr>
            </a:lvl1pPr>
            <a:lvl2pPr>
              <a:spcBef>
                <a:spcPts val="0"/>
              </a:spcBef>
              <a:buNone/>
              <a:defRPr sz="1200"/>
            </a:lvl2pPr>
          </a:lstStyle>
          <a:p>
            <a:pPr lvl="0"/>
            <a:r>
              <a:rPr lang="en-US" dirty="0"/>
              <a:t>Month XX, 20XX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620B506-2907-531F-1708-7DE074C7A0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3902932"/>
            <a:ext cx="12192000" cy="2955068"/>
          </a:xfrm>
          <a:custGeom>
            <a:avLst/>
            <a:gdLst>
              <a:gd name="connsiteX0" fmla="*/ 12191999 w 12192000"/>
              <a:gd name="connsiteY0" fmla="*/ 0 h 2955068"/>
              <a:gd name="connsiteX1" fmla="*/ 12191999 w 12192000"/>
              <a:gd name="connsiteY1" fmla="*/ 387287 h 2955068"/>
              <a:gd name="connsiteX2" fmla="*/ 12192000 w 12192000"/>
              <a:gd name="connsiteY2" fmla="*/ 387287 h 2955068"/>
              <a:gd name="connsiteX3" fmla="*/ 12192000 w 12192000"/>
              <a:gd name="connsiteY3" fmla="*/ 2955068 h 2955068"/>
              <a:gd name="connsiteX4" fmla="*/ 0 w 12192000"/>
              <a:gd name="connsiteY4" fmla="*/ 2955068 h 2955068"/>
              <a:gd name="connsiteX5" fmla="*/ 0 w 12192000"/>
              <a:gd name="connsiteY5" fmla="*/ 387287 h 2955068"/>
              <a:gd name="connsiteX6" fmla="*/ 11804712 w 12192000"/>
              <a:gd name="connsiteY6" fmla="*/ 387287 h 2955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2955068">
                <a:moveTo>
                  <a:pt x="12191999" y="0"/>
                </a:moveTo>
                <a:lnTo>
                  <a:pt x="12191999" y="387287"/>
                </a:lnTo>
                <a:lnTo>
                  <a:pt x="12192000" y="387287"/>
                </a:lnTo>
                <a:lnTo>
                  <a:pt x="12192000" y="2955068"/>
                </a:lnTo>
                <a:lnTo>
                  <a:pt x="0" y="2955068"/>
                </a:lnTo>
                <a:lnTo>
                  <a:pt x="0" y="387287"/>
                </a:lnTo>
                <a:lnTo>
                  <a:pt x="11804712" y="38728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5" name="Picture Placeholder 17">
            <a:extLst>
              <a:ext uri="{FF2B5EF4-FFF2-40B4-BE49-F238E27FC236}">
                <a16:creationId xmlns:a16="http://schemas.microsoft.com/office/drawing/2014/main" id="{6441D268-8272-B710-C1BC-DAC09B7FC1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349500" y="486238"/>
            <a:ext cx="1682496" cy="365760"/>
          </a:xfrm>
          <a:noFill/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FB20334-C01C-5197-AC19-B9447B1537CE}"/>
              </a:ext>
            </a:extLst>
          </p:cNvPr>
          <p:cNvCxnSpPr>
            <a:cxnSpLocks/>
          </p:cNvCxnSpPr>
          <p:nvPr userDrawn="1"/>
        </p:nvCxnSpPr>
        <p:spPr>
          <a:xfrm>
            <a:off x="2099693" y="486238"/>
            <a:ext cx="0" cy="36576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0F7C0AC6-8041-5A6C-5793-8BC7C80D8B3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0" y="2364991"/>
            <a:ext cx="5943600" cy="1046440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algn="l">
              <a:lnSpc>
                <a:spcPct val="100000"/>
              </a:lnSpc>
              <a:defRPr sz="3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template title</a:t>
            </a:r>
            <a:br>
              <a:rPr lang="en-US" dirty="0"/>
            </a:br>
            <a:r>
              <a:rPr lang="en-US" dirty="0"/>
              <a:t>goes here in Galeria Medium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91EC8FE-E6A4-0CB7-1F44-0086954FD6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0" y="3517011"/>
            <a:ext cx="5943600" cy="49244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342884" indent="0" algn="ctr">
              <a:buNone/>
              <a:defRPr sz="1500"/>
            </a:lvl2pPr>
            <a:lvl3pPr marL="685766" indent="0" algn="ctr">
              <a:buNone/>
              <a:defRPr sz="1350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5" indent="0" algn="ctr">
              <a:buNone/>
              <a:defRPr sz="1200"/>
            </a:lvl6pPr>
            <a:lvl7pPr marL="2057297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4" indent="0" algn="ctr">
              <a:buNone/>
              <a:defRPr sz="1200"/>
            </a:lvl9pPr>
          </a:lstStyle>
          <a:p>
            <a:r>
              <a:rPr lang="en-US" dirty="0" err="1"/>
              <a:t>Subheader</a:t>
            </a:r>
            <a:r>
              <a:rPr lang="en-US" dirty="0"/>
              <a:t> can go here over numerous </a:t>
            </a:r>
          </a:p>
          <a:p>
            <a:r>
              <a:rPr lang="en-US" dirty="0"/>
              <a:t>lines in Galeria Regular if needed</a:t>
            </a:r>
          </a:p>
        </p:txBody>
      </p:sp>
      <p:sp>
        <p:nvSpPr>
          <p:cNvPr id="8" name="Graphic 9">
            <a:extLst>
              <a:ext uri="{FF2B5EF4-FFF2-40B4-BE49-F238E27FC236}">
                <a16:creationId xmlns:a16="http://schemas.microsoft.com/office/drawing/2014/main" id="{A1AF09F1-61E6-1A10-008B-2E0F709A0C8B}"/>
              </a:ext>
            </a:extLst>
          </p:cNvPr>
          <p:cNvSpPr/>
          <p:nvPr userDrawn="1"/>
        </p:nvSpPr>
        <p:spPr>
          <a:xfrm>
            <a:off x="11209020" y="398028"/>
            <a:ext cx="601980" cy="601935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chemeClr val="bg2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841E7B9-A350-5BD5-208F-6DFCFD94F9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6472" y="462786"/>
            <a:ext cx="1709875" cy="49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0105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vider 2 - Off-White With Phot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61866C-B3D3-3ACA-5BE9-DC62ADAC7A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55728" y="486238"/>
            <a:ext cx="1828800" cy="369332"/>
          </a:xfrm>
        </p:spPr>
        <p:txBody>
          <a:bodyPr>
            <a:spAutoFit/>
          </a:bodyPr>
          <a:lstStyle>
            <a:lvl1pPr>
              <a:spcBef>
                <a:spcPts val="0"/>
              </a:spcBef>
              <a:defRPr sz="1200">
                <a:latin typeface="APK Galeria Semi-Bold" panose="020B0504040000000000" pitchFamily="34" charset="0"/>
              </a:defRPr>
            </a:lvl1pPr>
            <a:lvl2pPr>
              <a:spcBef>
                <a:spcPts val="0"/>
              </a:spcBef>
              <a:buNone/>
              <a:defRPr sz="1200"/>
            </a:lvl2pPr>
          </a:lstStyle>
          <a:p>
            <a:pPr lvl="0"/>
            <a:r>
              <a:rPr lang="en-US" dirty="0"/>
              <a:t>Presentation by</a:t>
            </a:r>
          </a:p>
          <a:p>
            <a:pPr lvl="1"/>
            <a:r>
              <a:rPr lang="en-US" dirty="0" err="1"/>
              <a:t>Firstname</a:t>
            </a:r>
            <a:r>
              <a:rPr lang="en-US" dirty="0"/>
              <a:t> Surname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386E150B-2754-E46C-259F-2FACA8C19C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689975" y="486238"/>
            <a:ext cx="1828800" cy="184666"/>
          </a:xfrm>
        </p:spPr>
        <p:txBody>
          <a:bodyPr>
            <a:spAutoFit/>
          </a:bodyPr>
          <a:lstStyle>
            <a:lvl1pPr>
              <a:spcBef>
                <a:spcPts val="0"/>
              </a:spcBef>
              <a:defRPr sz="1200">
                <a:latin typeface="APK Galeria Semi-Bold" panose="020B0504040000000000" pitchFamily="34" charset="0"/>
              </a:defRPr>
            </a:lvl1pPr>
            <a:lvl2pPr>
              <a:spcBef>
                <a:spcPts val="0"/>
              </a:spcBef>
              <a:buNone/>
              <a:defRPr sz="1200"/>
            </a:lvl2pPr>
          </a:lstStyle>
          <a:p>
            <a:pPr lvl="0"/>
            <a:r>
              <a:rPr lang="en-US" dirty="0"/>
              <a:t>Month XX, 20XX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620B506-2907-531F-1708-7DE074C7A0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3902932"/>
            <a:ext cx="12192000" cy="2955068"/>
          </a:xfrm>
          <a:custGeom>
            <a:avLst/>
            <a:gdLst>
              <a:gd name="connsiteX0" fmla="*/ 12191999 w 12192000"/>
              <a:gd name="connsiteY0" fmla="*/ 0 h 2955068"/>
              <a:gd name="connsiteX1" fmla="*/ 12191999 w 12192000"/>
              <a:gd name="connsiteY1" fmla="*/ 387287 h 2955068"/>
              <a:gd name="connsiteX2" fmla="*/ 12192000 w 12192000"/>
              <a:gd name="connsiteY2" fmla="*/ 387287 h 2955068"/>
              <a:gd name="connsiteX3" fmla="*/ 12192000 w 12192000"/>
              <a:gd name="connsiteY3" fmla="*/ 2955068 h 2955068"/>
              <a:gd name="connsiteX4" fmla="*/ 0 w 12192000"/>
              <a:gd name="connsiteY4" fmla="*/ 2955068 h 2955068"/>
              <a:gd name="connsiteX5" fmla="*/ 0 w 12192000"/>
              <a:gd name="connsiteY5" fmla="*/ 387287 h 2955068"/>
              <a:gd name="connsiteX6" fmla="*/ 11804712 w 12192000"/>
              <a:gd name="connsiteY6" fmla="*/ 387287 h 2955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2955068">
                <a:moveTo>
                  <a:pt x="12191999" y="0"/>
                </a:moveTo>
                <a:lnTo>
                  <a:pt x="12191999" y="387287"/>
                </a:lnTo>
                <a:lnTo>
                  <a:pt x="12192000" y="387287"/>
                </a:lnTo>
                <a:lnTo>
                  <a:pt x="12192000" y="2955068"/>
                </a:lnTo>
                <a:lnTo>
                  <a:pt x="0" y="2955068"/>
                </a:lnTo>
                <a:lnTo>
                  <a:pt x="0" y="387287"/>
                </a:lnTo>
                <a:lnTo>
                  <a:pt x="11804712" y="38728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5" name="Picture Placeholder 17">
            <a:extLst>
              <a:ext uri="{FF2B5EF4-FFF2-40B4-BE49-F238E27FC236}">
                <a16:creationId xmlns:a16="http://schemas.microsoft.com/office/drawing/2014/main" id="{6441D268-8272-B710-C1BC-DAC09B7FC1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349500" y="486238"/>
            <a:ext cx="1682496" cy="365760"/>
          </a:xfrm>
          <a:noFill/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FB20334-C01C-5197-AC19-B9447B1537CE}"/>
              </a:ext>
            </a:extLst>
          </p:cNvPr>
          <p:cNvCxnSpPr>
            <a:cxnSpLocks/>
          </p:cNvCxnSpPr>
          <p:nvPr userDrawn="1"/>
        </p:nvCxnSpPr>
        <p:spPr>
          <a:xfrm>
            <a:off x="2099693" y="486238"/>
            <a:ext cx="0" cy="3657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0F7C0AC6-8041-5A6C-5793-8BC7C80D8B3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0" y="2364991"/>
            <a:ext cx="5943600" cy="1046440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algn="l">
              <a:lnSpc>
                <a:spcPct val="100000"/>
              </a:lnSpc>
              <a:defRPr sz="3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Presentation template title</a:t>
            </a:r>
            <a:br>
              <a:rPr lang="en-US" dirty="0"/>
            </a:br>
            <a:r>
              <a:rPr lang="en-US" dirty="0"/>
              <a:t>goes here in Galeria Medium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91EC8FE-E6A4-0CB7-1F44-0086954FD6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0" y="3517011"/>
            <a:ext cx="5943600" cy="49244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342884" indent="0" algn="ctr">
              <a:buNone/>
              <a:defRPr sz="1500"/>
            </a:lvl2pPr>
            <a:lvl3pPr marL="685766" indent="0" algn="ctr">
              <a:buNone/>
              <a:defRPr sz="1350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5" indent="0" algn="ctr">
              <a:buNone/>
              <a:defRPr sz="1200"/>
            </a:lvl6pPr>
            <a:lvl7pPr marL="2057297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4" indent="0" algn="ctr">
              <a:buNone/>
              <a:defRPr sz="1200"/>
            </a:lvl9pPr>
          </a:lstStyle>
          <a:p>
            <a:r>
              <a:rPr lang="en-US" dirty="0" err="1"/>
              <a:t>Subheader</a:t>
            </a:r>
            <a:r>
              <a:rPr lang="en-US" dirty="0"/>
              <a:t> can go here over numerous </a:t>
            </a:r>
          </a:p>
          <a:p>
            <a:r>
              <a:rPr lang="en-US" dirty="0"/>
              <a:t>lines in Galeria Regular if needed</a:t>
            </a:r>
          </a:p>
        </p:txBody>
      </p:sp>
      <p:sp>
        <p:nvSpPr>
          <p:cNvPr id="8" name="Graphic 9">
            <a:extLst>
              <a:ext uri="{FF2B5EF4-FFF2-40B4-BE49-F238E27FC236}">
                <a16:creationId xmlns:a16="http://schemas.microsoft.com/office/drawing/2014/main" id="{DEF7AC5B-88B9-32DB-6758-D650FB9896D7}"/>
              </a:ext>
            </a:extLst>
          </p:cNvPr>
          <p:cNvSpPr/>
          <p:nvPr userDrawn="1"/>
        </p:nvSpPr>
        <p:spPr>
          <a:xfrm>
            <a:off x="11209020" y="398028"/>
            <a:ext cx="601980" cy="601935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chemeClr val="tx1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F4A1561-0C2D-24A9-89B3-2CEABECB2E1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6472" y="462786"/>
            <a:ext cx="1709875" cy="49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6863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vider 4 - Terracott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E849047-18D3-D310-64CC-F149A0C775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495226"/>
            <a:ext cx="1645920" cy="1477328"/>
          </a:xfrm>
        </p:spPr>
        <p:txBody>
          <a:bodyPr>
            <a:spAutoFit/>
          </a:bodyPr>
          <a:lstStyle>
            <a:lvl1pPr>
              <a:defRPr sz="9600"/>
            </a:lvl1pPr>
          </a:lstStyle>
          <a:p>
            <a:pPr lvl="0"/>
            <a:r>
              <a:rPr lang="en-US" dirty="0"/>
              <a:t>00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57E0C42-B7C9-C593-8A61-B34A2C9B78F3}"/>
              </a:ext>
            </a:extLst>
          </p:cNvPr>
          <p:cNvCxnSpPr>
            <a:cxnSpLocks/>
          </p:cNvCxnSpPr>
          <p:nvPr userDrawn="1"/>
        </p:nvCxnSpPr>
        <p:spPr>
          <a:xfrm>
            <a:off x="381000" y="6238545"/>
            <a:ext cx="108610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raphic 9">
            <a:extLst>
              <a:ext uri="{FF2B5EF4-FFF2-40B4-BE49-F238E27FC236}">
                <a16:creationId xmlns:a16="http://schemas.microsoft.com/office/drawing/2014/main" id="{814BB1EA-EFAD-E26C-A82F-041EFC011760}"/>
              </a:ext>
            </a:extLst>
          </p:cNvPr>
          <p:cNvSpPr/>
          <p:nvPr userDrawn="1"/>
        </p:nvSpPr>
        <p:spPr>
          <a:xfrm>
            <a:off x="11395052" y="6030570"/>
            <a:ext cx="415951" cy="415950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rgbClr val="000000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9233B25B-6263-C12F-5A5D-67FE8DE5732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0" y="3262750"/>
            <a:ext cx="5303520" cy="166199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algn="l">
              <a:lnSpc>
                <a:spcPct val="100000"/>
              </a:lnSpc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Section divider </a:t>
            </a:r>
            <a:br>
              <a:rPr lang="en-US" dirty="0"/>
            </a:br>
            <a:r>
              <a:rPr lang="en-US" dirty="0"/>
              <a:t>with number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D52542E0-E990-69C6-53A8-F77C75A79D3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0" y="5030322"/>
            <a:ext cx="5303520" cy="55399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2pPr marL="342884" indent="0" algn="ctr">
              <a:buNone/>
              <a:defRPr sz="1500"/>
            </a:lvl2pPr>
            <a:lvl3pPr marL="685766" indent="0" algn="ctr">
              <a:buNone/>
              <a:defRPr sz="1350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5" indent="0" algn="ctr">
              <a:buNone/>
              <a:defRPr sz="1200"/>
            </a:lvl6pPr>
            <a:lvl7pPr marL="2057297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4" indent="0" algn="ctr">
              <a:buNone/>
              <a:defRPr sz="1200"/>
            </a:lvl9pPr>
          </a:lstStyle>
          <a:p>
            <a:r>
              <a:rPr lang="en-US" dirty="0" err="1"/>
              <a:t>Subheader</a:t>
            </a:r>
            <a:r>
              <a:rPr lang="en-US" dirty="0"/>
              <a:t> can go here over numerous </a:t>
            </a:r>
          </a:p>
          <a:p>
            <a:r>
              <a:rPr lang="en-US" dirty="0"/>
              <a:t>lines in Galeria Regular if needed</a:t>
            </a:r>
          </a:p>
        </p:txBody>
      </p:sp>
    </p:spTree>
    <p:extLst>
      <p:ext uri="{BB962C8B-B14F-4D97-AF65-F5344CB8AC3E}">
        <p14:creationId xmlns:p14="http://schemas.microsoft.com/office/powerpoint/2010/main" val="20571799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vider 4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28622-DE43-B5A1-FA1A-99CAEA5638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0" y="3262750"/>
            <a:ext cx="5303520" cy="166199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algn="l">
              <a:lnSpc>
                <a:spcPct val="100000"/>
              </a:lnSpc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Section divider </a:t>
            </a:r>
            <a:br>
              <a:rPr lang="en-US" dirty="0"/>
            </a:br>
            <a:r>
              <a:rPr lang="en-US" dirty="0"/>
              <a:t>with number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67582B-A079-68BC-C014-A2AC2D00CD6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0" y="5030322"/>
            <a:ext cx="5303520" cy="55399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bg1"/>
                </a:solidFill>
                <a:latin typeface="+mn-lt"/>
              </a:defRPr>
            </a:lvl1pPr>
            <a:lvl2pPr marL="342884" indent="0" algn="ctr">
              <a:buNone/>
              <a:defRPr sz="1500"/>
            </a:lvl2pPr>
            <a:lvl3pPr marL="685766" indent="0" algn="ctr">
              <a:buNone/>
              <a:defRPr sz="1350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5" indent="0" algn="ctr">
              <a:buNone/>
              <a:defRPr sz="1200"/>
            </a:lvl6pPr>
            <a:lvl7pPr marL="2057297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4" indent="0" algn="ctr">
              <a:buNone/>
              <a:defRPr sz="1200"/>
            </a:lvl9pPr>
          </a:lstStyle>
          <a:p>
            <a:r>
              <a:rPr lang="en-US" dirty="0" err="1"/>
              <a:t>Subheader</a:t>
            </a:r>
            <a:r>
              <a:rPr lang="en-US" dirty="0"/>
              <a:t> can go here over numerous </a:t>
            </a:r>
          </a:p>
          <a:p>
            <a:r>
              <a:rPr lang="en-US" dirty="0"/>
              <a:t>lines in Galeria Regular if needed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E849047-18D3-D310-64CC-F149A0C775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495226"/>
            <a:ext cx="1645920" cy="1477328"/>
          </a:xfrm>
        </p:spPr>
        <p:txBody>
          <a:bodyPr>
            <a:spAutoFit/>
          </a:bodyPr>
          <a:lstStyle>
            <a:lvl1pPr>
              <a:defRPr sz="9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1D6F269-74BC-2254-DF24-208975AEC94A}"/>
              </a:ext>
            </a:extLst>
          </p:cNvPr>
          <p:cNvCxnSpPr>
            <a:cxnSpLocks/>
          </p:cNvCxnSpPr>
          <p:nvPr userDrawn="1"/>
        </p:nvCxnSpPr>
        <p:spPr>
          <a:xfrm>
            <a:off x="381000" y="6238545"/>
            <a:ext cx="1086104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Graphic 9">
            <a:extLst>
              <a:ext uri="{FF2B5EF4-FFF2-40B4-BE49-F238E27FC236}">
                <a16:creationId xmlns:a16="http://schemas.microsoft.com/office/drawing/2014/main" id="{346CC6F5-1C8B-CF81-83FA-8934D583F152}"/>
              </a:ext>
            </a:extLst>
          </p:cNvPr>
          <p:cNvSpPr/>
          <p:nvPr userDrawn="1"/>
        </p:nvSpPr>
        <p:spPr>
          <a:xfrm>
            <a:off x="11395052" y="6030570"/>
            <a:ext cx="415951" cy="415950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chemeClr val="bg1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7205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vider 4 - Off-Whi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28622-DE43-B5A1-FA1A-99CAEA5638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0" y="3262750"/>
            <a:ext cx="5303520" cy="166199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algn="l">
              <a:lnSpc>
                <a:spcPct val="100000"/>
              </a:lnSpc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Section divider </a:t>
            </a:r>
            <a:br>
              <a:rPr lang="en-US" dirty="0"/>
            </a:br>
            <a:r>
              <a:rPr lang="en-US" dirty="0"/>
              <a:t>with number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67582B-A079-68BC-C014-A2AC2D00CD6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0" y="5030322"/>
            <a:ext cx="5303520" cy="55399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2pPr marL="342884" indent="0" algn="ctr">
              <a:buNone/>
              <a:defRPr sz="1500"/>
            </a:lvl2pPr>
            <a:lvl3pPr marL="685766" indent="0" algn="ctr">
              <a:buNone/>
              <a:defRPr sz="1350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5" indent="0" algn="ctr">
              <a:buNone/>
              <a:defRPr sz="1200"/>
            </a:lvl6pPr>
            <a:lvl7pPr marL="2057297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4" indent="0" algn="ctr">
              <a:buNone/>
              <a:defRPr sz="1200"/>
            </a:lvl9pPr>
          </a:lstStyle>
          <a:p>
            <a:r>
              <a:rPr lang="en-US" dirty="0" err="1"/>
              <a:t>Subheader</a:t>
            </a:r>
            <a:r>
              <a:rPr lang="en-US" dirty="0"/>
              <a:t> can go here over numerous </a:t>
            </a:r>
          </a:p>
          <a:p>
            <a:r>
              <a:rPr lang="en-US" dirty="0"/>
              <a:t>lines in Galeria Regular if needed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E849047-18D3-D310-64CC-F149A0C775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495226"/>
            <a:ext cx="1645920" cy="1477328"/>
          </a:xfrm>
        </p:spPr>
        <p:txBody>
          <a:bodyPr>
            <a:spAutoFit/>
          </a:bodyPr>
          <a:lstStyle>
            <a:lvl1pPr>
              <a:defRPr sz="9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C00BC8-8CEE-A920-AF97-20A545DFFE39}"/>
              </a:ext>
            </a:extLst>
          </p:cNvPr>
          <p:cNvCxnSpPr>
            <a:cxnSpLocks/>
          </p:cNvCxnSpPr>
          <p:nvPr userDrawn="1"/>
        </p:nvCxnSpPr>
        <p:spPr>
          <a:xfrm>
            <a:off x="381000" y="6238545"/>
            <a:ext cx="108610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Graphic 9">
            <a:extLst>
              <a:ext uri="{FF2B5EF4-FFF2-40B4-BE49-F238E27FC236}">
                <a16:creationId xmlns:a16="http://schemas.microsoft.com/office/drawing/2014/main" id="{66A47121-7AC6-1FB8-B7FC-73D48F2C3E3D}"/>
              </a:ext>
            </a:extLst>
          </p:cNvPr>
          <p:cNvSpPr/>
          <p:nvPr userDrawn="1"/>
        </p:nvSpPr>
        <p:spPr>
          <a:xfrm>
            <a:off x="11395052" y="6030570"/>
            <a:ext cx="415951" cy="415950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rgbClr val="000000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560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1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81317-9F05-4B15-B0D6-EDD09636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55" y="266699"/>
            <a:ext cx="10771632" cy="79284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313C8-1CF3-4059-87CE-3BA99B8CFC7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ED28E5-2CF7-72DA-9831-8BFAF79A96DC}"/>
              </a:ext>
            </a:extLst>
          </p:cNvPr>
          <p:cNvSpPr/>
          <p:nvPr userDrawn="1"/>
        </p:nvSpPr>
        <p:spPr>
          <a:xfrm>
            <a:off x="382555" y="1219200"/>
            <a:ext cx="11426890" cy="49149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D0E4C16B-2B53-348B-96D3-0235CF353EEC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382588" y="1219200"/>
            <a:ext cx="11428412" cy="4914900"/>
          </a:xfrm>
        </p:spPr>
        <p:txBody>
          <a:bodyPr/>
          <a:lstStyle/>
          <a:p>
            <a:r>
              <a:rPr lang="en-GB"/>
              <a:t>Click icon to add table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F71124-163B-8134-9D08-9663EBCF6898}"/>
              </a:ext>
            </a:extLst>
          </p:cNvPr>
          <p:cNvSpPr txBox="1"/>
          <p:nvPr userDrawn="1"/>
        </p:nvSpPr>
        <p:spPr>
          <a:xfrm>
            <a:off x="352940" y="6286500"/>
            <a:ext cx="435742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fld id="{996B5273-46EB-4870-A6B0-6E7F43CBD6D0}" type="slidenum">
              <a:rPr lang="en-US" sz="1200" smtClean="0">
                <a:solidFill>
                  <a:schemeClr val="bg1"/>
                </a:solidFill>
                <a:latin typeface="+mj-lt"/>
              </a:rPr>
              <a:pPr algn="l"/>
              <a:t>‹#›</a:t>
            </a:fld>
            <a:endParaRPr lang="en-US" sz="1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63130C-A1FD-7EEC-F0BA-008D8F247E27}"/>
              </a:ext>
            </a:extLst>
          </p:cNvPr>
          <p:cNvSpPr txBox="1"/>
          <p:nvPr userDrawn="1"/>
        </p:nvSpPr>
        <p:spPr>
          <a:xfrm>
            <a:off x="1207304" y="6286500"/>
            <a:ext cx="3176437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dirty="0">
                <a:solidFill>
                  <a:schemeClr val="bg1"/>
                </a:solidFill>
                <a:latin typeface="APK Galeria Light" panose="020B0504040000000000" pitchFamily="34" charset="0"/>
              </a:rPr>
              <a:t>Confidential | ©2026 Sabre GLBL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3831997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C9E97D4-870E-B432-0A1A-5E86A7A02B83}"/>
              </a:ext>
            </a:extLst>
          </p:cNvPr>
          <p:cNvSpPr/>
          <p:nvPr userDrawn="1"/>
        </p:nvSpPr>
        <p:spPr>
          <a:xfrm>
            <a:off x="0" y="1219200"/>
            <a:ext cx="2552700" cy="491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E81317-9F05-4B15-B0D6-EDD096366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D0E4C16B-2B53-348B-96D3-0235CF353EEC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381000" y="1219200"/>
            <a:ext cx="11428412" cy="4914900"/>
          </a:xfrm>
        </p:spPr>
        <p:txBody>
          <a:bodyPr/>
          <a:lstStyle/>
          <a:p>
            <a:r>
              <a:rPr lang="en-GB"/>
              <a:t>Click icon to add table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9325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81317-9F05-4B15-B0D6-EDD096366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2554" y="266699"/>
            <a:ext cx="5303520" cy="79284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D0E4C16B-2B53-348B-96D3-0235CF353EEC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381000" y="1219200"/>
            <a:ext cx="5303520" cy="4914900"/>
          </a:xfrm>
        </p:spPr>
        <p:txBody>
          <a:bodyPr/>
          <a:lstStyle/>
          <a:p>
            <a:r>
              <a:rPr lang="en-GB"/>
              <a:t>Click icon to add table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831942C-9759-A6C0-B45A-C847FBFFF61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266699"/>
            <a:ext cx="5713413" cy="5867401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0332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81317-9F05-4B15-B0D6-EDD09636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55" y="266699"/>
            <a:ext cx="6641216" cy="79284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D0E4C16B-2B53-348B-96D3-0235CF353EEC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381000" y="1219200"/>
            <a:ext cx="6642100" cy="4914900"/>
          </a:xfrm>
        </p:spPr>
        <p:txBody>
          <a:bodyPr/>
          <a:lstStyle/>
          <a:p>
            <a:r>
              <a:rPr lang="en-GB"/>
              <a:t>Click icon to add table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831942C-9759-A6C0-B45A-C847FBFFF61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569200" y="266699"/>
            <a:ext cx="4622800" cy="6591301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4719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81317-9F05-4B15-B0D6-EDD09636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55" y="266699"/>
            <a:ext cx="10771632" cy="792843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313C8-1CF3-4059-87CE-3BA99B8CFC7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Graphic 9">
            <a:extLst>
              <a:ext uri="{FF2B5EF4-FFF2-40B4-BE49-F238E27FC236}">
                <a16:creationId xmlns:a16="http://schemas.microsoft.com/office/drawing/2014/main" id="{B73A7C37-AA1E-8CD1-07D2-A93CB3806E8B}"/>
              </a:ext>
            </a:extLst>
          </p:cNvPr>
          <p:cNvSpPr/>
          <p:nvPr userDrawn="1"/>
        </p:nvSpPr>
        <p:spPr>
          <a:xfrm>
            <a:off x="11353800" y="266699"/>
            <a:ext cx="457200" cy="457166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rgbClr val="000000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1534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 + Sub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4ABE5B3-470A-4DEB-9F72-3889582A4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52" y="248594"/>
            <a:ext cx="10771632" cy="40095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BE8DAE2-BD49-4694-A73D-9CC18C6694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2553" y="724845"/>
            <a:ext cx="10771632" cy="316592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AA7C169-86D5-4825-A629-FE123F71D43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Graphic 9">
            <a:extLst>
              <a:ext uri="{FF2B5EF4-FFF2-40B4-BE49-F238E27FC236}">
                <a16:creationId xmlns:a16="http://schemas.microsoft.com/office/drawing/2014/main" id="{260648E1-24CA-1A6B-4C6B-4E17B56920AD}"/>
              </a:ext>
            </a:extLst>
          </p:cNvPr>
          <p:cNvSpPr/>
          <p:nvPr userDrawn="1"/>
        </p:nvSpPr>
        <p:spPr>
          <a:xfrm>
            <a:off x="11353800" y="266699"/>
            <a:ext cx="457200" cy="457166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rgbClr val="000000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2124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0F0A3E-BBA4-43B8-A931-0C78BD8D8F4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2551" y="1219201"/>
            <a:ext cx="11426898" cy="4419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1A30F7-982D-44C8-8697-03EE0B2E0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Graphic 9">
            <a:extLst>
              <a:ext uri="{FF2B5EF4-FFF2-40B4-BE49-F238E27FC236}">
                <a16:creationId xmlns:a16="http://schemas.microsoft.com/office/drawing/2014/main" id="{D6B47DDD-F657-69D4-C9E0-A3754BD9704E}"/>
              </a:ext>
            </a:extLst>
          </p:cNvPr>
          <p:cNvSpPr/>
          <p:nvPr userDrawn="1"/>
        </p:nvSpPr>
        <p:spPr>
          <a:xfrm>
            <a:off x="11353800" y="266699"/>
            <a:ext cx="457200" cy="457166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rgbClr val="000000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97F3DC2-5A5E-9C97-8955-EB0524234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52" y="248594"/>
            <a:ext cx="10771634" cy="40095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E79782A-56E5-3D9D-F09E-8D98CD9414A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2553" y="724845"/>
            <a:ext cx="10771634" cy="316592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03636817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81317-9F05-4B15-B0D6-EDD09636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55" y="266699"/>
            <a:ext cx="10771632" cy="79284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0F0A3E-BBA4-43B8-A931-0C78BD8D8F4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2551" y="1219201"/>
            <a:ext cx="11426898" cy="4419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1A30F7-982D-44C8-8697-03EE0B2E0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Graphic 9">
            <a:extLst>
              <a:ext uri="{FF2B5EF4-FFF2-40B4-BE49-F238E27FC236}">
                <a16:creationId xmlns:a16="http://schemas.microsoft.com/office/drawing/2014/main" id="{D6B47DDD-F657-69D4-C9E0-A3754BD9704E}"/>
              </a:ext>
            </a:extLst>
          </p:cNvPr>
          <p:cNvSpPr/>
          <p:nvPr userDrawn="1"/>
        </p:nvSpPr>
        <p:spPr>
          <a:xfrm>
            <a:off x="11353800" y="266699"/>
            <a:ext cx="457200" cy="457166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rgbClr val="000000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5317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81317-9F05-4B15-B0D6-EDD09636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55" y="266699"/>
            <a:ext cx="10771632" cy="79284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6CFBAA-B484-9A54-88CA-34C3173EB9A7}"/>
              </a:ext>
            </a:extLst>
          </p:cNvPr>
          <p:cNvSpPr/>
          <p:nvPr userDrawn="1"/>
        </p:nvSpPr>
        <p:spPr>
          <a:xfrm>
            <a:off x="381000" y="1567559"/>
            <a:ext cx="5524500" cy="4029075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2DDC052-DF24-DF91-ABA9-CEF387C0E6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4850" y="1839589"/>
            <a:ext cx="4876800" cy="663802"/>
          </a:xfrm>
        </p:spPr>
        <p:txBody>
          <a:bodyPr/>
          <a:lstStyle>
            <a:lvl1pPr>
              <a:defRPr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headline here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28245C47-166C-5A9D-2DE6-F219A12C5B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850" y="2558159"/>
            <a:ext cx="4876800" cy="686821"/>
          </a:xfrm>
        </p:spPr>
        <p:txBody>
          <a:bodyPr/>
          <a:lstStyle>
            <a:lvl1pPr>
              <a:defRPr sz="1400">
                <a:latin typeface="+mn-lt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sub-headline here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77D80B3-1960-E032-5D9F-4B4908D0590B}"/>
              </a:ext>
            </a:extLst>
          </p:cNvPr>
          <p:cNvSpPr/>
          <p:nvPr userDrawn="1"/>
        </p:nvSpPr>
        <p:spPr>
          <a:xfrm>
            <a:off x="6286500" y="1567559"/>
            <a:ext cx="5524500" cy="4029075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C29D1601-FA8A-6206-F38E-9218EB535D9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10350" y="1839589"/>
            <a:ext cx="4876800" cy="663802"/>
          </a:xfrm>
        </p:spPr>
        <p:txBody>
          <a:bodyPr/>
          <a:lstStyle>
            <a:lvl1pPr>
              <a:defRPr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headline here</a:t>
            </a: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97072302-888B-C6A4-C927-7C51B4938F6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0350" y="2558159"/>
            <a:ext cx="4876800" cy="686821"/>
          </a:xfrm>
        </p:spPr>
        <p:txBody>
          <a:bodyPr/>
          <a:lstStyle>
            <a:lvl1pPr>
              <a:defRPr sz="1400">
                <a:latin typeface="+mn-lt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sub-headline here</a:t>
            </a:r>
          </a:p>
        </p:txBody>
      </p:sp>
      <p:sp>
        <p:nvSpPr>
          <p:cNvPr id="3" name="Graphic 9">
            <a:extLst>
              <a:ext uri="{FF2B5EF4-FFF2-40B4-BE49-F238E27FC236}">
                <a16:creationId xmlns:a16="http://schemas.microsoft.com/office/drawing/2014/main" id="{63975B35-6EA1-B4BE-AC2D-54383C2BB8ED}"/>
              </a:ext>
            </a:extLst>
          </p:cNvPr>
          <p:cNvSpPr/>
          <p:nvPr userDrawn="1"/>
        </p:nvSpPr>
        <p:spPr>
          <a:xfrm>
            <a:off x="11353800" y="266699"/>
            <a:ext cx="457200" cy="457166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rgbClr val="000000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646ABE1F-8003-53F7-2461-362A109FE47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04850" y="3559418"/>
            <a:ext cx="4876800" cy="1699762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9CDCF8A-0660-CC69-19A4-A5E548279CED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610350" y="3559418"/>
            <a:ext cx="4876800" cy="1699762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4CCDF9-5D09-0C9D-57DD-EAF02BE9626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5B10D26-E869-987A-C97D-20A3C0908F0C}"/>
              </a:ext>
            </a:extLst>
          </p:cNvPr>
          <p:cNvCxnSpPr>
            <a:cxnSpLocks/>
          </p:cNvCxnSpPr>
          <p:nvPr userDrawn="1"/>
        </p:nvCxnSpPr>
        <p:spPr>
          <a:xfrm>
            <a:off x="704850" y="3390463"/>
            <a:ext cx="4876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9FDFABB-B0DA-162D-AF73-BE4127CD9841}"/>
              </a:ext>
            </a:extLst>
          </p:cNvPr>
          <p:cNvCxnSpPr>
            <a:cxnSpLocks/>
          </p:cNvCxnSpPr>
          <p:nvPr userDrawn="1"/>
        </p:nvCxnSpPr>
        <p:spPr>
          <a:xfrm>
            <a:off x="6610350" y="3390463"/>
            <a:ext cx="4876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71398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With Icon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70BA0D4-0284-D79B-649F-CE6F4EF5D86D}"/>
              </a:ext>
            </a:extLst>
          </p:cNvPr>
          <p:cNvSpPr/>
          <p:nvPr userDrawn="1"/>
        </p:nvSpPr>
        <p:spPr>
          <a:xfrm>
            <a:off x="381000" y="1567559"/>
            <a:ext cx="5524500" cy="4029075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8BF795-AFE0-7ECD-6C6E-A1B09083B0BC}"/>
              </a:ext>
            </a:extLst>
          </p:cNvPr>
          <p:cNvSpPr/>
          <p:nvPr userDrawn="1"/>
        </p:nvSpPr>
        <p:spPr>
          <a:xfrm>
            <a:off x="6286500" y="1567559"/>
            <a:ext cx="5524500" cy="4029075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E81317-9F05-4B15-B0D6-EDD09636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55" y="266699"/>
            <a:ext cx="10771632" cy="79284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2DDC052-DF24-DF91-ABA9-CEF387C0E6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4850" y="2571749"/>
            <a:ext cx="4876800" cy="638821"/>
          </a:xfrm>
        </p:spPr>
        <p:txBody>
          <a:bodyPr/>
          <a:lstStyle>
            <a:lvl1pPr>
              <a:defRPr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headline here</a:t>
            </a: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C29D1601-FA8A-6206-F38E-9218EB535D9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10350" y="2571749"/>
            <a:ext cx="4876800" cy="638821"/>
          </a:xfrm>
        </p:spPr>
        <p:txBody>
          <a:bodyPr/>
          <a:lstStyle>
            <a:lvl1pPr>
              <a:defRPr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headline here</a:t>
            </a:r>
          </a:p>
        </p:txBody>
      </p:sp>
      <p:sp>
        <p:nvSpPr>
          <p:cNvPr id="6" name="Graphic 9">
            <a:extLst>
              <a:ext uri="{FF2B5EF4-FFF2-40B4-BE49-F238E27FC236}">
                <a16:creationId xmlns:a16="http://schemas.microsoft.com/office/drawing/2014/main" id="{23114344-BC24-32B3-5E7A-C449A74CFDBF}"/>
              </a:ext>
            </a:extLst>
          </p:cNvPr>
          <p:cNvSpPr/>
          <p:nvPr userDrawn="1"/>
        </p:nvSpPr>
        <p:spPr>
          <a:xfrm>
            <a:off x="11353800" y="266699"/>
            <a:ext cx="457200" cy="457166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rgbClr val="000000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B0C10CA1-E565-7107-64AF-1580379DADC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04850" y="3559418"/>
            <a:ext cx="4876800" cy="1699762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0730CD57-32FB-E0FC-4671-C74FF2BB5094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610350" y="3559418"/>
            <a:ext cx="4876800" cy="1699762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993DFC0-9BD7-7A1C-72C3-B8B832A748D3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CD0CA00-26C6-ADB6-CE3B-F1867FA47450}"/>
              </a:ext>
            </a:extLst>
          </p:cNvPr>
          <p:cNvCxnSpPr>
            <a:cxnSpLocks/>
          </p:cNvCxnSpPr>
          <p:nvPr userDrawn="1"/>
        </p:nvCxnSpPr>
        <p:spPr>
          <a:xfrm>
            <a:off x="704850" y="3390463"/>
            <a:ext cx="4876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49CC7D4-4EC0-CFFE-E991-4F51881CE9A2}"/>
              </a:ext>
            </a:extLst>
          </p:cNvPr>
          <p:cNvCxnSpPr>
            <a:cxnSpLocks/>
          </p:cNvCxnSpPr>
          <p:nvPr userDrawn="1"/>
        </p:nvCxnSpPr>
        <p:spPr>
          <a:xfrm>
            <a:off x="6610350" y="3390463"/>
            <a:ext cx="4876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4D8862C8-70A9-4607-AA04-1E74EC28D96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04850" y="1747899"/>
            <a:ext cx="689610" cy="68961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9" name="Picture Placeholder 37">
            <a:extLst>
              <a:ext uri="{FF2B5EF4-FFF2-40B4-BE49-F238E27FC236}">
                <a16:creationId xmlns:a16="http://schemas.microsoft.com/office/drawing/2014/main" id="{98C76F78-FCB9-7AFA-E99D-DDF48591C72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610350" y="1747899"/>
            <a:ext cx="689610" cy="68961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4607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85DDB3-655E-D201-E637-F55588DD271A}"/>
              </a:ext>
            </a:extLst>
          </p:cNvPr>
          <p:cNvSpPr/>
          <p:nvPr userDrawn="1"/>
        </p:nvSpPr>
        <p:spPr>
          <a:xfrm>
            <a:off x="381000" y="1567559"/>
            <a:ext cx="3556935" cy="4029075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5CAB93-76D1-41E6-F9DA-02B3CCCB8C06}"/>
              </a:ext>
            </a:extLst>
          </p:cNvPr>
          <p:cNvSpPr/>
          <p:nvPr userDrawn="1"/>
        </p:nvSpPr>
        <p:spPr>
          <a:xfrm>
            <a:off x="4317532" y="1567559"/>
            <a:ext cx="3556935" cy="4029075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4C6E65-0F4E-25EE-E979-2FD82D9BCE02}"/>
              </a:ext>
            </a:extLst>
          </p:cNvPr>
          <p:cNvSpPr/>
          <p:nvPr userDrawn="1"/>
        </p:nvSpPr>
        <p:spPr>
          <a:xfrm>
            <a:off x="8254065" y="1567559"/>
            <a:ext cx="3556935" cy="4029075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E81317-9F05-4B15-B0D6-EDD09636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55" y="266699"/>
            <a:ext cx="10771632" cy="79284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2DDC052-DF24-DF91-ABA9-CEF387C0E6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4850" y="1839588"/>
            <a:ext cx="2914650" cy="663802"/>
          </a:xfrm>
        </p:spPr>
        <p:txBody>
          <a:bodyPr/>
          <a:lstStyle>
            <a:lvl1pPr>
              <a:defRPr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headline here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28245C47-166C-5A9D-2DE6-F219A12C5B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850" y="2558158"/>
            <a:ext cx="2914650" cy="68682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sub-headline here</a:t>
            </a:r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58746119-2FAC-4B8E-A37D-AA4FF0F5E16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41382" y="1839588"/>
            <a:ext cx="2914650" cy="663802"/>
          </a:xfrm>
        </p:spPr>
        <p:txBody>
          <a:bodyPr/>
          <a:lstStyle>
            <a:lvl1pPr>
              <a:defRPr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headline here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200B3F1C-7334-EB99-7A1F-32B187D9505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41382" y="2558158"/>
            <a:ext cx="2914650" cy="68682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sub-headline here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D9A3779E-8F2F-1E43-252C-8FD92D822FC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77915" y="1839588"/>
            <a:ext cx="2914650" cy="663802"/>
          </a:xfrm>
        </p:spPr>
        <p:txBody>
          <a:bodyPr/>
          <a:lstStyle>
            <a:lvl1pPr>
              <a:defRPr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headline here</a:t>
            </a:r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74A63D1C-85D0-0993-F112-92BD714123B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77915" y="2558158"/>
            <a:ext cx="2914650" cy="68682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sub-headline here</a:t>
            </a:r>
          </a:p>
        </p:txBody>
      </p:sp>
      <p:sp>
        <p:nvSpPr>
          <p:cNvPr id="5" name="Graphic 9">
            <a:extLst>
              <a:ext uri="{FF2B5EF4-FFF2-40B4-BE49-F238E27FC236}">
                <a16:creationId xmlns:a16="http://schemas.microsoft.com/office/drawing/2014/main" id="{3E2C4B40-F213-D439-0360-C4AF30A8E7E1}"/>
              </a:ext>
            </a:extLst>
          </p:cNvPr>
          <p:cNvSpPr/>
          <p:nvPr userDrawn="1"/>
        </p:nvSpPr>
        <p:spPr>
          <a:xfrm>
            <a:off x="11353800" y="266699"/>
            <a:ext cx="457200" cy="457166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rgbClr val="000000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7E1D10EC-07B0-EE14-8753-D4F15CF8D61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04850" y="3559417"/>
            <a:ext cx="2914650" cy="169976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38FB3320-B09C-CFF0-03C7-B6CEAF9B8996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641382" y="3559417"/>
            <a:ext cx="2914650" cy="169976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A14DCC54-6686-F3DB-E919-3708826855C6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577915" y="3559417"/>
            <a:ext cx="2914650" cy="169976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8914FBE4-B0E2-98AC-CF48-A27F33861B1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46BEDD2-F85D-D59A-3D12-11D5CF9A4BD7}"/>
              </a:ext>
            </a:extLst>
          </p:cNvPr>
          <p:cNvCxnSpPr>
            <a:cxnSpLocks/>
          </p:cNvCxnSpPr>
          <p:nvPr userDrawn="1"/>
        </p:nvCxnSpPr>
        <p:spPr>
          <a:xfrm>
            <a:off x="704850" y="3393638"/>
            <a:ext cx="29146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561289A-AC9E-8AD5-9773-3D00E1AEEB5E}"/>
              </a:ext>
            </a:extLst>
          </p:cNvPr>
          <p:cNvCxnSpPr>
            <a:cxnSpLocks/>
          </p:cNvCxnSpPr>
          <p:nvPr userDrawn="1"/>
        </p:nvCxnSpPr>
        <p:spPr>
          <a:xfrm>
            <a:off x="4638675" y="3393638"/>
            <a:ext cx="29146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CE503F9-2FAA-1AA7-B24A-E0765922FC45}"/>
              </a:ext>
            </a:extLst>
          </p:cNvPr>
          <p:cNvCxnSpPr>
            <a:cxnSpLocks/>
          </p:cNvCxnSpPr>
          <p:nvPr userDrawn="1"/>
        </p:nvCxnSpPr>
        <p:spPr>
          <a:xfrm>
            <a:off x="8577915" y="3393638"/>
            <a:ext cx="29146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022848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With Icon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85DDB3-655E-D201-E637-F55588DD271A}"/>
              </a:ext>
            </a:extLst>
          </p:cNvPr>
          <p:cNvSpPr/>
          <p:nvPr userDrawn="1"/>
        </p:nvSpPr>
        <p:spPr>
          <a:xfrm>
            <a:off x="381000" y="1567559"/>
            <a:ext cx="3556935" cy="4029075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5CAB93-76D1-41E6-F9DA-02B3CCCB8C06}"/>
              </a:ext>
            </a:extLst>
          </p:cNvPr>
          <p:cNvSpPr/>
          <p:nvPr userDrawn="1"/>
        </p:nvSpPr>
        <p:spPr>
          <a:xfrm>
            <a:off x="4317532" y="1567559"/>
            <a:ext cx="3556935" cy="4029075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4C6E65-0F4E-25EE-E979-2FD82D9BCE02}"/>
              </a:ext>
            </a:extLst>
          </p:cNvPr>
          <p:cNvSpPr/>
          <p:nvPr userDrawn="1"/>
        </p:nvSpPr>
        <p:spPr>
          <a:xfrm>
            <a:off x="8254065" y="1567559"/>
            <a:ext cx="3556935" cy="4029075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E81317-9F05-4B15-B0D6-EDD09636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55" y="266699"/>
            <a:ext cx="10771632" cy="79284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2DDC052-DF24-DF91-ABA9-CEF387C0E6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2143" y="2581177"/>
            <a:ext cx="2914650" cy="663802"/>
          </a:xfrm>
        </p:spPr>
        <p:txBody>
          <a:bodyPr/>
          <a:lstStyle>
            <a:lvl1pPr>
              <a:defRPr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headline here</a:t>
            </a:r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58746119-2FAC-4B8E-A37D-AA4FF0F5E16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38675" y="2581177"/>
            <a:ext cx="2914650" cy="663802"/>
          </a:xfrm>
        </p:spPr>
        <p:txBody>
          <a:bodyPr/>
          <a:lstStyle>
            <a:lvl1pPr>
              <a:defRPr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headline here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D9A3779E-8F2F-1E43-252C-8FD92D822FC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77915" y="2581177"/>
            <a:ext cx="2914650" cy="663802"/>
          </a:xfrm>
        </p:spPr>
        <p:txBody>
          <a:bodyPr/>
          <a:lstStyle>
            <a:lvl1pPr>
              <a:defRPr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headline here</a:t>
            </a:r>
          </a:p>
        </p:txBody>
      </p:sp>
      <p:sp>
        <p:nvSpPr>
          <p:cNvPr id="11" name="Graphic 9">
            <a:extLst>
              <a:ext uri="{FF2B5EF4-FFF2-40B4-BE49-F238E27FC236}">
                <a16:creationId xmlns:a16="http://schemas.microsoft.com/office/drawing/2014/main" id="{781ACA84-D99F-98B0-C852-76CDDD4019F1}"/>
              </a:ext>
            </a:extLst>
          </p:cNvPr>
          <p:cNvSpPr/>
          <p:nvPr userDrawn="1"/>
        </p:nvSpPr>
        <p:spPr>
          <a:xfrm>
            <a:off x="11353800" y="266699"/>
            <a:ext cx="457200" cy="457166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rgbClr val="000000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1" name="Content Placeholder 3">
            <a:extLst>
              <a:ext uri="{FF2B5EF4-FFF2-40B4-BE49-F238E27FC236}">
                <a16:creationId xmlns:a16="http://schemas.microsoft.com/office/drawing/2014/main" id="{D5F1CAEA-BEA5-C027-0767-EFC33CC179A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04850" y="3559417"/>
            <a:ext cx="2914650" cy="169976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2" name="Content Placeholder 3">
            <a:extLst>
              <a:ext uri="{FF2B5EF4-FFF2-40B4-BE49-F238E27FC236}">
                <a16:creationId xmlns:a16="http://schemas.microsoft.com/office/drawing/2014/main" id="{BD317EAE-014F-3504-1E1F-7598F7EDC28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641382" y="3559417"/>
            <a:ext cx="2914650" cy="169976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Content Placeholder 3">
            <a:extLst>
              <a:ext uri="{FF2B5EF4-FFF2-40B4-BE49-F238E27FC236}">
                <a16:creationId xmlns:a16="http://schemas.microsoft.com/office/drawing/2014/main" id="{1B950560-1612-0A2E-F06D-2EAAECAB56A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577915" y="3559417"/>
            <a:ext cx="2914650" cy="169976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4" name="Footer Placeholder 43">
            <a:extLst>
              <a:ext uri="{FF2B5EF4-FFF2-40B4-BE49-F238E27FC236}">
                <a16:creationId xmlns:a16="http://schemas.microsoft.com/office/drawing/2014/main" id="{F2E50DB2-0A01-6AE6-3DB0-4CE85755BA8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86AF4DD-74B9-C542-1EBB-CAB8F94C7884}"/>
              </a:ext>
            </a:extLst>
          </p:cNvPr>
          <p:cNvCxnSpPr>
            <a:cxnSpLocks/>
          </p:cNvCxnSpPr>
          <p:nvPr userDrawn="1"/>
        </p:nvCxnSpPr>
        <p:spPr>
          <a:xfrm>
            <a:off x="704850" y="3393638"/>
            <a:ext cx="29146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1A3B94F-92E3-0473-0BB8-E05DED8FFD26}"/>
              </a:ext>
            </a:extLst>
          </p:cNvPr>
          <p:cNvCxnSpPr>
            <a:cxnSpLocks/>
          </p:cNvCxnSpPr>
          <p:nvPr userDrawn="1"/>
        </p:nvCxnSpPr>
        <p:spPr>
          <a:xfrm>
            <a:off x="4638675" y="3393638"/>
            <a:ext cx="29146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EB364B3-AA08-E3A6-5FF8-635EF88F1341}"/>
              </a:ext>
            </a:extLst>
          </p:cNvPr>
          <p:cNvCxnSpPr>
            <a:cxnSpLocks/>
          </p:cNvCxnSpPr>
          <p:nvPr userDrawn="1"/>
        </p:nvCxnSpPr>
        <p:spPr>
          <a:xfrm>
            <a:off x="8577915" y="3393638"/>
            <a:ext cx="29146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Picture Placeholder 37">
            <a:extLst>
              <a:ext uri="{FF2B5EF4-FFF2-40B4-BE49-F238E27FC236}">
                <a16:creationId xmlns:a16="http://schemas.microsoft.com/office/drawing/2014/main" id="{81AF9362-D1C0-E007-2465-BB3E69763AB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02143" y="1747899"/>
            <a:ext cx="689610" cy="68961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51" name="Picture Placeholder 37">
            <a:extLst>
              <a:ext uri="{FF2B5EF4-FFF2-40B4-BE49-F238E27FC236}">
                <a16:creationId xmlns:a16="http://schemas.microsoft.com/office/drawing/2014/main" id="{460D0975-E296-520D-711C-FF586F674A88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635968" y="1747899"/>
            <a:ext cx="689610" cy="68961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52" name="Picture Placeholder 37">
            <a:extLst>
              <a:ext uri="{FF2B5EF4-FFF2-40B4-BE49-F238E27FC236}">
                <a16:creationId xmlns:a16="http://schemas.microsoft.com/office/drawing/2014/main" id="{B668AF9B-9FF2-B450-21F5-767F3E443DE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577915" y="1747899"/>
            <a:ext cx="689610" cy="68961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7279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85DDB3-655E-D201-E637-F55588DD271A}"/>
              </a:ext>
            </a:extLst>
          </p:cNvPr>
          <p:cNvSpPr/>
          <p:nvPr userDrawn="1"/>
        </p:nvSpPr>
        <p:spPr>
          <a:xfrm>
            <a:off x="381001" y="1567559"/>
            <a:ext cx="2645017" cy="4029075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5CAB93-76D1-41E6-F9DA-02B3CCCB8C06}"/>
              </a:ext>
            </a:extLst>
          </p:cNvPr>
          <p:cNvSpPr/>
          <p:nvPr userDrawn="1"/>
        </p:nvSpPr>
        <p:spPr>
          <a:xfrm>
            <a:off x="3308294" y="1567559"/>
            <a:ext cx="2645017" cy="4029075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4C6E65-0F4E-25EE-E979-2FD82D9BCE02}"/>
              </a:ext>
            </a:extLst>
          </p:cNvPr>
          <p:cNvSpPr/>
          <p:nvPr userDrawn="1"/>
        </p:nvSpPr>
        <p:spPr>
          <a:xfrm>
            <a:off x="6235588" y="1567559"/>
            <a:ext cx="2645017" cy="4029075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A0E0F3-6C5D-06CD-0FB7-735BD20F3D57}"/>
              </a:ext>
            </a:extLst>
          </p:cNvPr>
          <p:cNvSpPr/>
          <p:nvPr userDrawn="1"/>
        </p:nvSpPr>
        <p:spPr>
          <a:xfrm>
            <a:off x="9162882" y="1567559"/>
            <a:ext cx="2645017" cy="4029075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E81317-9F05-4B15-B0D6-EDD0963662DA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2555" y="266699"/>
            <a:ext cx="10771632" cy="79284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2DDC052-DF24-DF91-ABA9-CEF387C0E684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704850" y="1839588"/>
            <a:ext cx="2006600" cy="663802"/>
          </a:xfrm>
        </p:spPr>
        <p:txBody>
          <a:bodyPr/>
          <a:lstStyle>
            <a:lvl1pPr>
              <a:defRPr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headline here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28245C47-166C-5A9D-2DE6-F219A12C5B51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704850" y="2558158"/>
            <a:ext cx="2006600" cy="68682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sub-headline here</a:t>
            </a:r>
          </a:p>
        </p:txBody>
      </p:sp>
      <p:sp>
        <p:nvSpPr>
          <p:cNvPr id="5" name="Graphic 9">
            <a:extLst>
              <a:ext uri="{FF2B5EF4-FFF2-40B4-BE49-F238E27FC236}">
                <a16:creationId xmlns:a16="http://schemas.microsoft.com/office/drawing/2014/main" id="{3E2C4B40-F213-D439-0360-C4AF30A8E7E1}"/>
              </a:ext>
            </a:extLst>
          </p:cNvPr>
          <p:cNvSpPr/>
          <p:nvPr userDrawn="1"/>
        </p:nvSpPr>
        <p:spPr>
          <a:xfrm>
            <a:off x="11353800" y="266699"/>
            <a:ext cx="457200" cy="457166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rgbClr val="000000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7E1D10EC-07B0-EE14-8753-D4F15CF8D615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704850" y="3559417"/>
            <a:ext cx="2006600" cy="169976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8914FBE4-B0E2-98AC-CF48-A27F33861B18}"/>
              </a:ext>
            </a:extLst>
          </p:cNvPr>
          <p:cNvSpPr>
            <a:spLocks noGrp="1"/>
          </p:cNvSpPr>
          <p:nvPr userDrawn="1">
            <p:ph type="ftr" sz="quarter" idx="25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46BEDD2-F85D-D59A-3D12-11D5CF9A4BD7}"/>
              </a:ext>
            </a:extLst>
          </p:cNvPr>
          <p:cNvCxnSpPr>
            <a:cxnSpLocks/>
          </p:cNvCxnSpPr>
          <p:nvPr userDrawn="1"/>
        </p:nvCxnSpPr>
        <p:spPr>
          <a:xfrm>
            <a:off x="704850" y="3393638"/>
            <a:ext cx="2006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 Placeholder 16">
            <a:extLst>
              <a:ext uri="{FF2B5EF4-FFF2-40B4-BE49-F238E27FC236}">
                <a16:creationId xmlns:a16="http://schemas.microsoft.com/office/drawing/2014/main" id="{62440447-75E4-036D-0F4E-1A6E03C1F85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627502" y="1839588"/>
            <a:ext cx="2006600" cy="663802"/>
          </a:xfrm>
        </p:spPr>
        <p:txBody>
          <a:bodyPr/>
          <a:lstStyle>
            <a:lvl1pPr>
              <a:defRPr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headline here</a:t>
            </a:r>
          </a:p>
        </p:txBody>
      </p:sp>
      <p:sp>
        <p:nvSpPr>
          <p:cNvPr id="32" name="Text Placeholder 16">
            <a:extLst>
              <a:ext uri="{FF2B5EF4-FFF2-40B4-BE49-F238E27FC236}">
                <a16:creationId xmlns:a16="http://schemas.microsoft.com/office/drawing/2014/main" id="{5DF1829F-4170-4C17-067F-C7FCD92DD9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627502" y="2558158"/>
            <a:ext cx="2006600" cy="68682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sub-headline here</a:t>
            </a:r>
          </a:p>
        </p:txBody>
      </p:sp>
      <p:sp>
        <p:nvSpPr>
          <p:cNvPr id="33" name="Content Placeholder 3">
            <a:extLst>
              <a:ext uri="{FF2B5EF4-FFF2-40B4-BE49-F238E27FC236}">
                <a16:creationId xmlns:a16="http://schemas.microsoft.com/office/drawing/2014/main" id="{FADF5DD5-97CA-9F8F-27F6-EBFA6E736E82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3627502" y="3559417"/>
            <a:ext cx="2006600" cy="169976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F8471AA-0545-D2A1-71BD-74664968930D}"/>
              </a:ext>
            </a:extLst>
          </p:cNvPr>
          <p:cNvCxnSpPr>
            <a:cxnSpLocks/>
          </p:cNvCxnSpPr>
          <p:nvPr userDrawn="1"/>
        </p:nvCxnSpPr>
        <p:spPr>
          <a:xfrm>
            <a:off x="3627502" y="3393638"/>
            <a:ext cx="2006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16">
            <a:extLst>
              <a:ext uri="{FF2B5EF4-FFF2-40B4-BE49-F238E27FC236}">
                <a16:creationId xmlns:a16="http://schemas.microsoft.com/office/drawing/2014/main" id="{07304B33-1B61-67EB-275A-893C0D1F6B1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4796" y="1839588"/>
            <a:ext cx="2006600" cy="663802"/>
          </a:xfrm>
        </p:spPr>
        <p:txBody>
          <a:bodyPr/>
          <a:lstStyle>
            <a:lvl1pPr>
              <a:defRPr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headline here</a:t>
            </a:r>
          </a:p>
        </p:txBody>
      </p:sp>
      <p:sp>
        <p:nvSpPr>
          <p:cNvPr id="37" name="Text Placeholder 16">
            <a:extLst>
              <a:ext uri="{FF2B5EF4-FFF2-40B4-BE49-F238E27FC236}">
                <a16:creationId xmlns:a16="http://schemas.microsoft.com/office/drawing/2014/main" id="{4CC10B95-99C2-37F1-0B0D-1D75700F5C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554796" y="2558158"/>
            <a:ext cx="2006600" cy="68682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sub-headline here</a:t>
            </a:r>
          </a:p>
        </p:txBody>
      </p:sp>
      <p:sp>
        <p:nvSpPr>
          <p:cNvPr id="38" name="Content Placeholder 3">
            <a:extLst>
              <a:ext uri="{FF2B5EF4-FFF2-40B4-BE49-F238E27FC236}">
                <a16:creationId xmlns:a16="http://schemas.microsoft.com/office/drawing/2014/main" id="{8CBE8EBA-E266-9146-5D50-10D4FEE0D449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6554796" y="3559417"/>
            <a:ext cx="2006600" cy="169976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11E8A42-ADDF-CA43-A70A-FFBB90347EDB}"/>
              </a:ext>
            </a:extLst>
          </p:cNvPr>
          <p:cNvCxnSpPr>
            <a:cxnSpLocks/>
          </p:cNvCxnSpPr>
          <p:nvPr userDrawn="1"/>
        </p:nvCxnSpPr>
        <p:spPr>
          <a:xfrm>
            <a:off x="6554796" y="3393638"/>
            <a:ext cx="2006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 Placeholder 16">
            <a:extLst>
              <a:ext uri="{FF2B5EF4-FFF2-40B4-BE49-F238E27FC236}">
                <a16:creationId xmlns:a16="http://schemas.microsoft.com/office/drawing/2014/main" id="{3C6C61A2-2DB1-656F-F52B-33D39AC4BF3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482090" y="1839588"/>
            <a:ext cx="2006600" cy="663802"/>
          </a:xfrm>
        </p:spPr>
        <p:txBody>
          <a:bodyPr/>
          <a:lstStyle>
            <a:lvl1pPr>
              <a:defRPr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headline here</a:t>
            </a:r>
          </a:p>
        </p:txBody>
      </p:sp>
      <p:sp>
        <p:nvSpPr>
          <p:cNvPr id="41" name="Text Placeholder 16">
            <a:extLst>
              <a:ext uri="{FF2B5EF4-FFF2-40B4-BE49-F238E27FC236}">
                <a16:creationId xmlns:a16="http://schemas.microsoft.com/office/drawing/2014/main" id="{CBDF6ED7-4014-D185-0BD1-C585EBDD470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482090" y="2558158"/>
            <a:ext cx="2006600" cy="68682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sub-headline here</a:t>
            </a:r>
          </a:p>
        </p:txBody>
      </p:sp>
      <p:sp>
        <p:nvSpPr>
          <p:cNvPr id="42" name="Content Placeholder 3">
            <a:extLst>
              <a:ext uri="{FF2B5EF4-FFF2-40B4-BE49-F238E27FC236}">
                <a16:creationId xmlns:a16="http://schemas.microsoft.com/office/drawing/2014/main" id="{7809BD1E-CC90-FCA8-E8E8-B5EE7A9EAA00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9482090" y="3559417"/>
            <a:ext cx="2006600" cy="169976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0E38D26-7180-129D-902C-E93B12266D11}"/>
              </a:ext>
            </a:extLst>
          </p:cNvPr>
          <p:cNvCxnSpPr>
            <a:cxnSpLocks/>
          </p:cNvCxnSpPr>
          <p:nvPr userDrawn="1"/>
        </p:nvCxnSpPr>
        <p:spPr>
          <a:xfrm>
            <a:off x="9482090" y="3393638"/>
            <a:ext cx="2006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90312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With Icon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85DDB3-655E-D201-E637-F55588DD271A}"/>
              </a:ext>
            </a:extLst>
          </p:cNvPr>
          <p:cNvSpPr/>
          <p:nvPr userDrawn="1"/>
        </p:nvSpPr>
        <p:spPr>
          <a:xfrm>
            <a:off x="381001" y="1567559"/>
            <a:ext cx="2645017" cy="4029075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5CAB93-76D1-41E6-F9DA-02B3CCCB8C06}"/>
              </a:ext>
            </a:extLst>
          </p:cNvPr>
          <p:cNvSpPr/>
          <p:nvPr userDrawn="1"/>
        </p:nvSpPr>
        <p:spPr>
          <a:xfrm>
            <a:off x="3308294" y="1567559"/>
            <a:ext cx="2645017" cy="4029075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4C6E65-0F4E-25EE-E979-2FD82D9BCE02}"/>
              </a:ext>
            </a:extLst>
          </p:cNvPr>
          <p:cNvSpPr/>
          <p:nvPr userDrawn="1"/>
        </p:nvSpPr>
        <p:spPr>
          <a:xfrm>
            <a:off x="6235588" y="1567559"/>
            <a:ext cx="2645017" cy="4029075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A0E0F3-6C5D-06CD-0FB7-735BD20F3D57}"/>
              </a:ext>
            </a:extLst>
          </p:cNvPr>
          <p:cNvSpPr/>
          <p:nvPr userDrawn="1"/>
        </p:nvSpPr>
        <p:spPr>
          <a:xfrm>
            <a:off x="9162882" y="1567559"/>
            <a:ext cx="2645017" cy="4029075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E81317-9F05-4B15-B0D6-EDD0963662DA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2555" y="266699"/>
            <a:ext cx="10771632" cy="79284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2DDC052-DF24-DF91-ABA9-CEF387C0E684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704850" y="2634781"/>
            <a:ext cx="2006600" cy="663802"/>
          </a:xfrm>
        </p:spPr>
        <p:txBody>
          <a:bodyPr/>
          <a:lstStyle>
            <a:lvl1pPr>
              <a:defRPr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headline here</a:t>
            </a:r>
          </a:p>
        </p:txBody>
      </p:sp>
      <p:sp>
        <p:nvSpPr>
          <p:cNvPr id="5" name="Graphic 9">
            <a:extLst>
              <a:ext uri="{FF2B5EF4-FFF2-40B4-BE49-F238E27FC236}">
                <a16:creationId xmlns:a16="http://schemas.microsoft.com/office/drawing/2014/main" id="{3E2C4B40-F213-D439-0360-C4AF30A8E7E1}"/>
              </a:ext>
            </a:extLst>
          </p:cNvPr>
          <p:cNvSpPr/>
          <p:nvPr userDrawn="1"/>
        </p:nvSpPr>
        <p:spPr>
          <a:xfrm>
            <a:off x="11353800" y="266699"/>
            <a:ext cx="457200" cy="457166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rgbClr val="000000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7E1D10EC-07B0-EE14-8753-D4F15CF8D615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704850" y="3559417"/>
            <a:ext cx="2006600" cy="169976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8914FBE4-B0E2-98AC-CF48-A27F33861B18}"/>
              </a:ext>
            </a:extLst>
          </p:cNvPr>
          <p:cNvSpPr>
            <a:spLocks noGrp="1"/>
          </p:cNvSpPr>
          <p:nvPr userDrawn="1">
            <p:ph type="ftr" sz="quarter" idx="25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46BEDD2-F85D-D59A-3D12-11D5CF9A4BD7}"/>
              </a:ext>
            </a:extLst>
          </p:cNvPr>
          <p:cNvCxnSpPr>
            <a:cxnSpLocks/>
          </p:cNvCxnSpPr>
          <p:nvPr userDrawn="1"/>
        </p:nvCxnSpPr>
        <p:spPr>
          <a:xfrm>
            <a:off x="704850" y="3393638"/>
            <a:ext cx="2006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 Placeholder 16">
            <a:extLst>
              <a:ext uri="{FF2B5EF4-FFF2-40B4-BE49-F238E27FC236}">
                <a16:creationId xmlns:a16="http://schemas.microsoft.com/office/drawing/2014/main" id="{62440447-75E4-036D-0F4E-1A6E03C1F85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627502" y="2634781"/>
            <a:ext cx="2006600" cy="663802"/>
          </a:xfrm>
        </p:spPr>
        <p:txBody>
          <a:bodyPr/>
          <a:lstStyle>
            <a:lvl1pPr>
              <a:defRPr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headline here</a:t>
            </a:r>
          </a:p>
        </p:txBody>
      </p:sp>
      <p:sp>
        <p:nvSpPr>
          <p:cNvPr id="33" name="Content Placeholder 3">
            <a:extLst>
              <a:ext uri="{FF2B5EF4-FFF2-40B4-BE49-F238E27FC236}">
                <a16:creationId xmlns:a16="http://schemas.microsoft.com/office/drawing/2014/main" id="{FADF5DD5-97CA-9F8F-27F6-EBFA6E736E82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3627502" y="3559417"/>
            <a:ext cx="2006600" cy="169976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F8471AA-0545-D2A1-71BD-74664968930D}"/>
              </a:ext>
            </a:extLst>
          </p:cNvPr>
          <p:cNvCxnSpPr>
            <a:cxnSpLocks/>
          </p:cNvCxnSpPr>
          <p:nvPr userDrawn="1"/>
        </p:nvCxnSpPr>
        <p:spPr>
          <a:xfrm>
            <a:off x="3627502" y="3393638"/>
            <a:ext cx="2006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16">
            <a:extLst>
              <a:ext uri="{FF2B5EF4-FFF2-40B4-BE49-F238E27FC236}">
                <a16:creationId xmlns:a16="http://schemas.microsoft.com/office/drawing/2014/main" id="{07304B33-1B61-67EB-275A-893C0D1F6B1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4796" y="2634781"/>
            <a:ext cx="2006600" cy="663802"/>
          </a:xfrm>
        </p:spPr>
        <p:txBody>
          <a:bodyPr/>
          <a:lstStyle>
            <a:lvl1pPr>
              <a:defRPr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headline here</a:t>
            </a:r>
          </a:p>
        </p:txBody>
      </p:sp>
      <p:sp>
        <p:nvSpPr>
          <p:cNvPr id="38" name="Content Placeholder 3">
            <a:extLst>
              <a:ext uri="{FF2B5EF4-FFF2-40B4-BE49-F238E27FC236}">
                <a16:creationId xmlns:a16="http://schemas.microsoft.com/office/drawing/2014/main" id="{8CBE8EBA-E266-9146-5D50-10D4FEE0D449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6554796" y="3559417"/>
            <a:ext cx="2006600" cy="169976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11E8A42-ADDF-CA43-A70A-FFBB90347EDB}"/>
              </a:ext>
            </a:extLst>
          </p:cNvPr>
          <p:cNvCxnSpPr>
            <a:cxnSpLocks/>
          </p:cNvCxnSpPr>
          <p:nvPr userDrawn="1"/>
        </p:nvCxnSpPr>
        <p:spPr>
          <a:xfrm>
            <a:off x="6554796" y="3393638"/>
            <a:ext cx="2006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 Placeholder 16">
            <a:extLst>
              <a:ext uri="{FF2B5EF4-FFF2-40B4-BE49-F238E27FC236}">
                <a16:creationId xmlns:a16="http://schemas.microsoft.com/office/drawing/2014/main" id="{3C6C61A2-2DB1-656F-F52B-33D39AC4BF3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482090" y="2634781"/>
            <a:ext cx="2006600" cy="663802"/>
          </a:xfrm>
        </p:spPr>
        <p:txBody>
          <a:bodyPr/>
          <a:lstStyle>
            <a:lvl1pPr>
              <a:defRPr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headline here</a:t>
            </a:r>
          </a:p>
        </p:txBody>
      </p:sp>
      <p:sp>
        <p:nvSpPr>
          <p:cNvPr id="42" name="Content Placeholder 3">
            <a:extLst>
              <a:ext uri="{FF2B5EF4-FFF2-40B4-BE49-F238E27FC236}">
                <a16:creationId xmlns:a16="http://schemas.microsoft.com/office/drawing/2014/main" id="{7809BD1E-CC90-FCA8-E8E8-B5EE7A9EAA00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9482090" y="3559417"/>
            <a:ext cx="2006600" cy="169976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0E38D26-7180-129D-902C-E93B12266D11}"/>
              </a:ext>
            </a:extLst>
          </p:cNvPr>
          <p:cNvCxnSpPr>
            <a:cxnSpLocks/>
          </p:cNvCxnSpPr>
          <p:nvPr userDrawn="1"/>
        </p:nvCxnSpPr>
        <p:spPr>
          <a:xfrm>
            <a:off x="9482090" y="3393638"/>
            <a:ext cx="2006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37">
            <a:extLst>
              <a:ext uri="{FF2B5EF4-FFF2-40B4-BE49-F238E27FC236}">
                <a16:creationId xmlns:a16="http://schemas.microsoft.com/office/drawing/2014/main" id="{D1FEE4E8-0963-AC22-1B44-E2508F7F9FA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04850" y="1747899"/>
            <a:ext cx="689610" cy="68961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Picture Placeholder 37">
            <a:extLst>
              <a:ext uri="{FF2B5EF4-FFF2-40B4-BE49-F238E27FC236}">
                <a16:creationId xmlns:a16="http://schemas.microsoft.com/office/drawing/2014/main" id="{BB3E1089-ADED-1764-38F5-6B5A565B9F44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3627502" y="1747899"/>
            <a:ext cx="689610" cy="68961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Picture Placeholder 37">
            <a:extLst>
              <a:ext uri="{FF2B5EF4-FFF2-40B4-BE49-F238E27FC236}">
                <a16:creationId xmlns:a16="http://schemas.microsoft.com/office/drawing/2014/main" id="{4DF721CA-6026-6F53-2FF9-87D5C698C216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6550154" y="1747899"/>
            <a:ext cx="689610" cy="68961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37">
            <a:extLst>
              <a:ext uri="{FF2B5EF4-FFF2-40B4-BE49-F238E27FC236}">
                <a16:creationId xmlns:a16="http://schemas.microsoft.com/office/drawing/2014/main" id="{34449754-460C-B9A9-A4C5-456FCF88D577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9472806" y="1747899"/>
            <a:ext cx="689610" cy="68961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5720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Quadra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3E6C47B8-99B8-DC71-AB85-0AF0073F3888}"/>
              </a:ext>
            </a:extLst>
          </p:cNvPr>
          <p:cNvGrpSpPr/>
          <p:nvPr userDrawn="1"/>
        </p:nvGrpSpPr>
        <p:grpSpPr>
          <a:xfrm>
            <a:off x="380999" y="1233661"/>
            <a:ext cx="11430002" cy="4514887"/>
            <a:chOff x="380999" y="1567560"/>
            <a:chExt cx="11430002" cy="418098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185DDB3-655E-D201-E637-F55588DD271A}"/>
                </a:ext>
              </a:extLst>
            </p:cNvPr>
            <p:cNvSpPr/>
            <p:nvPr userDrawn="1"/>
          </p:nvSpPr>
          <p:spPr>
            <a:xfrm>
              <a:off x="380999" y="1567560"/>
              <a:ext cx="5619751" cy="1991858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6DDA6BF-877C-C46D-84A9-B658F239B6DF}"/>
                </a:ext>
              </a:extLst>
            </p:cNvPr>
            <p:cNvSpPr/>
            <p:nvPr userDrawn="1"/>
          </p:nvSpPr>
          <p:spPr>
            <a:xfrm>
              <a:off x="380999" y="3756690"/>
              <a:ext cx="5619751" cy="1991858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07D7464-DF4A-8C65-9993-B3788F099790}"/>
                </a:ext>
              </a:extLst>
            </p:cNvPr>
            <p:cNvSpPr/>
            <p:nvPr userDrawn="1"/>
          </p:nvSpPr>
          <p:spPr>
            <a:xfrm>
              <a:off x="6191250" y="1567560"/>
              <a:ext cx="5619751" cy="1991858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EDA231E-918E-4988-E284-FFC056A6C5DD}"/>
                </a:ext>
              </a:extLst>
            </p:cNvPr>
            <p:cNvSpPr/>
            <p:nvPr userDrawn="1"/>
          </p:nvSpPr>
          <p:spPr>
            <a:xfrm>
              <a:off x="6191250" y="3756690"/>
              <a:ext cx="5619751" cy="1991858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4E81317-9F05-4B15-B0D6-EDD0963662DA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2555" y="266699"/>
            <a:ext cx="10771632" cy="79284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2DDC052-DF24-DF91-ABA9-CEF387C0E684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710487" y="1516349"/>
            <a:ext cx="4962525" cy="663802"/>
          </a:xfrm>
        </p:spPr>
        <p:txBody>
          <a:bodyPr/>
          <a:lstStyle>
            <a:lvl1pPr>
              <a:defRPr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headline here</a:t>
            </a:r>
          </a:p>
        </p:txBody>
      </p:sp>
      <p:sp>
        <p:nvSpPr>
          <p:cNvPr id="5" name="Graphic 9">
            <a:extLst>
              <a:ext uri="{FF2B5EF4-FFF2-40B4-BE49-F238E27FC236}">
                <a16:creationId xmlns:a16="http://schemas.microsoft.com/office/drawing/2014/main" id="{3E2C4B40-F213-D439-0360-C4AF30A8E7E1}"/>
              </a:ext>
            </a:extLst>
          </p:cNvPr>
          <p:cNvSpPr/>
          <p:nvPr userDrawn="1"/>
        </p:nvSpPr>
        <p:spPr>
          <a:xfrm>
            <a:off x="11353800" y="266699"/>
            <a:ext cx="457200" cy="457166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rgbClr val="000000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7E1D10EC-07B0-EE14-8753-D4F15CF8D615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710487" y="2440985"/>
            <a:ext cx="4962525" cy="75008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8914FBE4-B0E2-98AC-CF48-A27F33861B18}"/>
              </a:ext>
            </a:extLst>
          </p:cNvPr>
          <p:cNvSpPr>
            <a:spLocks noGrp="1"/>
          </p:cNvSpPr>
          <p:nvPr userDrawn="1">
            <p:ph type="ftr" sz="quarter" idx="25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46BEDD2-F85D-D59A-3D12-11D5CF9A4BD7}"/>
              </a:ext>
            </a:extLst>
          </p:cNvPr>
          <p:cNvCxnSpPr>
            <a:cxnSpLocks/>
          </p:cNvCxnSpPr>
          <p:nvPr userDrawn="1"/>
        </p:nvCxnSpPr>
        <p:spPr>
          <a:xfrm>
            <a:off x="710487" y="2275206"/>
            <a:ext cx="49625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3C37A2CE-C8DD-DB63-9193-608384E1DB1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24625" y="1516349"/>
            <a:ext cx="4962525" cy="663802"/>
          </a:xfrm>
        </p:spPr>
        <p:txBody>
          <a:bodyPr/>
          <a:lstStyle>
            <a:lvl1pPr>
              <a:defRPr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headline here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581E952D-3DBD-2A18-185D-4D7D8D03BDD0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524625" y="2440985"/>
            <a:ext cx="4962525" cy="75008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B300481-75A2-C213-4BFE-686DDB907647}"/>
              </a:ext>
            </a:extLst>
          </p:cNvPr>
          <p:cNvCxnSpPr>
            <a:cxnSpLocks/>
          </p:cNvCxnSpPr>
          <p:nvPr userDrawn="1"/>
        </p:nvCxnSpPr>
        <p:spPr>
          <a:xfrm>
            <a:off x="6524625" y="2275206"/>
            <a:ext cx="49625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16">
            <a:extLst>
              <a:ext uri="{FF2B5EF4-FFF2-40B4-BE49-F238E27FC236}">
                <a16:creationId xmlns:a16="http://schemas.microsoft.com/office/drawing/2014/main" id="{31119DF4-601F-0159-4B55-ED3914FFDA2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10487" y="3877967"/>
            <a:ext cx="4962525" cy="663802"/>
          </a:xfrm>
        </p:spPr>
        <p:txBody>
          <a:bodyPr/>
          <a:lstStyle>
            <a:lvl1pPr>
              <a:defRPr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headline here</a:t>
            </a:r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4CB3F7DE-6CE6-6122-63D9-E32EAC938BBC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710487" y="4802603"/>
            <a:ext cx="4962525" cy="75008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B950626-C61A-8A2B-8F58-93E6B9031007}"/>
              </a:ext>
            </a:extLst>
          </p:cNvPr>
          <p:cNvCxnSpPr>
            <a:cxnSpLocks/>
          </p:cNvCxnSpPr>
          <p:nvPr userDrawn="1"/>
        </p:nvCxnSpPr>
        <p:spPr>
          <a:xfrm>
            <a:off x="710487" y="4636824"/>
            <a:ext cx="49625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16">
            <a:extLst>
              <a:ext uri="{FF2B5EF4-FFF2-40B4-BE49-F238E27FC236}">
                <a16:creationId xmlns:a16="http://schemas.microsoft.com/office/drawing/2014/main" id="{1D60A759-1480-46F5-6B2B-F5DB12F778B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524625" y="3877967"/>
            <a:ext cx="4962525" cy="663802"/>
          </a:xfrm>
        </p:spPr>
        <p:txBody>
          <a:bodyPr/>
          <a:lstStyle>
            <a:lvl1pPr>
              <a:defRPr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headline here</a:t>
            </a:r>
          </a:p>
        </p:txBody>
      </p:sp>
      <p:sp>
        <p:nvSpPr>
          <p:cNvPr id="41" name="Content Placeholder 3">
            <a:extLst>
              <a:ext uri="{FF2B5EF4-FFF2-40B4-BE49-F238E27FC236}">
                <a16:creationId xmlns:a16="http://schemas.microsoft.com/office/drawing/2014/main" id="{543BC01B-C586-E8F8-79B5-7188B3FEC2B1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6524625" y="4802603"/>
            <a:ext cx="4962525" cy="75008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4B2B8A1-DDA3-2DAB-6BAC-39D68B322888}"/>
              </a:ext>
            </a:extLst>
          </p:cNvPr>
          <p:cNvCxnSpPr>
            <a:cxnSpLocks/>
          </p:cNvCxnSpPr>
          <p:nvPr userDrawn="1"/>
        </p:nvCxnSpPr>
        <p:spPr>
          <a:xfrm>
            <a:off x="6524625" y="4636824"/>
            <a:ext cx="49625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284264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Quadrant With Icon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3E6C47B8-99B8-DC71-AB85-0AF0073F3888}"/>
              </a:ext>
            </a:extLst>
          </p:cNvPr>
          <p:cNvGrpSpPr/>
          <p:nvPr userDrawn="1"/>
        </p:nvGrpSpPr>
        <p:grpSpPr>
          <a:xfrm>
            <a:off x="380999" y="1233661"/>
            <a:ext cx="11430002" cy="4514887"/>
            <a:chOff x="380999" y="1567560"/>
            <a:chExt cx="11430002" cy="418098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185DDB3-655E-D201-E637-F55588DD271A}"/>
                </a:ext>
              </a:extLst>
            </p:cNvPr>
            <p:cNvSpPr/>
            <p:nvPr userDrawn="1"/>
          </p:nvSpPr>
          <p:spPr>
            <a:xfrm>
              <a:off x="380999" y="1567560"/>
              <a:ext cx="5619751" cy="1991858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6DDA6BF-877C-C46D-84A9-B658F239B6DF}"/>
                </a:ext>
              </a:extLst>
            </p:cNvPr>
            <p:cNvSpPr/>
            <p:nvPr userDrawn="1"/>
          </p:nvSpPr>
          <p:spPr>
            <a:xfrm>
              <a:off x="380999" y="3756690"/>
              <a:ext cx="5619751" cy="1991858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07D7464-DF4A-8C65-9993-B3788F099790}"/>
                </a:ext>
              </a:extLst>
            </p:cNvPr>
            <p:cNvSpPr/>
            <p:nvPr userDrawn="1"/>
          </p:nvSpPr>
          <p:spPr>
            <a:xfrm>
              <a:off x="6191250" y="1567560"/>
              <a:ext cx="5619751" cy="1991858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EDA231E-918E-4988-E284-FFC056A6C5DD}"/>
                </a:ext>
              </a:extLst>
            </p:cNvPr>
            <p:cNvSpPr/>
            <p:nvPr userDrawn="1"/>
          </p:nvSpPr>
          <p:spPr>
            <a:xfrm>
              <a:off x="6191250" y="3756690"/>
              <a:ext cx="5619751" cy="1991858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4E81317-9F05-4B15-B0D6-EDD0963662DA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2555" y="266699"/>
            <a:ext cx="10771632" cy="79284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2DDC052-DF24-DF91-ABA9-CEF387C0E684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617578" y="1516349"/>
            <a:ext cx="4055434" cy="663802"/>
          </a:xfrm>
        </p:spPr>
        <p:txBody>
          <a:bodyPr/>
          <a:lstStyle>
            <a:lvl1pPr>
              <a:defRPr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headline here</a:t>
            </a:r>
          </a:p>
        </p:txBody>
      </p:sp>
      <p:sp>
        <p:nvSpPr>
          <p:cNvPr id="5" name="Graphic 9">
            <a:extLst>
              <a:ext uri="{FF2B5EF4-FFF2-40B4-BE49-F238E27FC236}">
                <a16:creationId xmlns:a16="http://schemas.microsoft.com/office/drawing/2014/main" id="{3E2C4B40-F213-D439-0360-C4AF30A8E7E1}"/>
              </a:ext>
            </a:extLst>
          </p:cNvPr>
          <p:cNvSpPr/>
          <p:nvPr userDrawn="1"/>
        </p:nvSpPr>
        <p:spPr>
          <a:xfrm>
            <a:off x="11353800" y="266699"/>
            <a:ext cx="457200" cy="457166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rgbClr val="000000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7E1D10EC-07B0-EE14-8753-D4F15CF8D615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1617578" y="2440985"/>
            <a:ext cx="4055434" cy="75008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8914FBE4-B0E2-98AC-CF48-A27F33861B18}"/>
              </a:ext>
            </a:extLst>
          </p:cNvPr>
          <p:cNvSpPr>
            <a:spLocks noGrp="1"/>
          </p:cNvSpPr>
          <p:nvPr userDrawn="1">
            <p:ph type="ftr" sz="quarter" idx="25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46BEDD2-F85D-D59A-3D12-11D5CF9A4BD7}"/>
              </a:ext>
            </a:extLst>
          </p:cNvPr>
          <p:cNvCxnSpPr>
            <a:cxnSpLocks/>
          </p:cNvCxnSpPr>
          <p:nvPr userDrawn="1"/>
        </p:nvCxnSpPr>
        <p:spPr>
          <a:xfrm>
            <a:off x="1617578" y="2275206"/>
            <a:ext cx="40554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37">
            <a:extLst>
              <a:ext uri="{FF2B5EF4-FFF2-40B4-BE49-F238E27FC236}">
                <a16:creationId xmlns:a16="http://schemas.microsoft.com/office/drawing/2014/main" id="{D1FEE4E8-0963-AC22-1B44-E2508F7F9FA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04850" y="1535759"/>
            <a:ext cx="598423" cy="598423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3C37A2CE-C8DD-DB63-9193-608384E1DB1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431716" y="1516349"/>
            <a:ext cx="4055434" cy="663802"/>
          </a:xfrm>
        </p:spPr>
        <p:txBody>
          <a:bodyPr/>
          <a:lstStyle>
            <a:lvl1pPr>
              <a:defRPr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headline here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581E952D-3DBD-2A18-185D-4D7D8D03BDD0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7431716" y="2440985"/>
            <a:ext cx="4055434" cy="75008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B300481-75A2-C213-4BFE-686DDB907647}"/>
              </a:ext>
            </a:extLst>
          </p:cNvPr>
          <p:cNvCxnSpPr>
            <a:cxnSpLocks/>
          </p:cNvCxnSpPr>
          <p:nvPr userDrawn="1"/>
        </p:nvCxnSpPr>
        <p:spPr>
          <a:xfrm>
            <a:off x="7431716" y="2275206"/>
            <a:ext cx="40554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Picture Placeholder 37">
            <a:extLst>
              <a:ext uri="{FF2B5EF4-FFF2-40B4-BE49-F238E27FC236}">
                <a16:creationId xmlns:a16="http://schemas.microsoft.com/office/drawing/2014/main" id="{753571DA-0CA7-5333-9E5C-5ACC588AF2B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518988" y="1535759"/>
            <a:ext cx="598423" cy="598423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9" name="Text Placeholder 16">
            <a:extLst>
              <a:ext uri="{FF2B5EF4-FFF2-40B4-BE49-F238E27FC236}">
                <a16:creationId xmlns:a16="http://schemas.microsoft.com/office/drawing/2014/main" id="{31119DF4-601F-0159-4B55-ED3914FFDA2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17578" y="3877967"/>
            <a:ext cx="4055434" cy="663802"/>
          </a:xfrm>
        </p:spPr>
        <p:txBody>
          <a:bodyPr/>
          <a:lstStyle>
            <a:lvl1pPr>
              <a:defRPr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headline here</a:t>
            </a:r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4CB3F7DE-6CE6-6122-63D9-E32EAC938BBC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1617578" y="4802603"/>
            <a:ext cx="4055434" cy="75008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B950626-C61A-8A2B-8F58-93E6B9031007}"/>
              </a:ext>
            </a:extLst>
          </p:cNvPr>
          <p:cNvCxnSpPr>
            <a:cxnSpLocks/>
          </p:cNvCxnSpPr>
          <p:nvPr userDrawn="1"/>
        </p:nvCxnSpPr>
        <p:spPr>
          <a:xfrm>
            <a:off x="1617578" y="4636824"/>
            <a:ext cx="40554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Picture Placeholder 37">
            <a:extLst>
              <a:ext uri="{FF2B5EF4-FFF2-40B4-BE49-F238E27FC236}">
                <a16:creationId xmlns:a16="http://schemas.microsoft.com/office/drawing/2014/main" id="{0D1F025E-D38D-AE36-FB5B-3B094987B72B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04850" y="3897377"/>
            <a:ext cx="598423" cy="598423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7" name="Text Placeholder 16">
            <a:extLst>
              <a:ext uri="{FF2B5EF4-FFF2-40B4-BE49-F238E27FC236}">
                <a16:creationId xmlns:a16="http://schemas.microsoft.com/office/drawing/2014/main" id="{1D60A759-1480-46F5-6B2B-F5DB12F778B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431716" y="3877967"/>
            <a:ext cx="4055434" cy="663802"/>
          </a:xfrm>
        </p:spPr>
        <p:txBody>
          <a:bodyPr/>
          <a:lstStyle>
            <a:lvl1pPr>
              <a:defRPr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headline here</a:t>
            </a:r>
          </a:p>
        </p:txBody>
      </p:sp>
      <p:sp>
        <p:nvSpPr>
          <p:cNvPr id="41" name="Content Placeholder 3">
            <a:extLst>
              <a:ext uri="{FF2B5EF4-FFF2-40B4-BE49-F238E27FC236}">
                <a16:creationId xmlns:a16="http://schemas.microsoft.com/office/drawing/2014/main" id="{543BC01B-C586-E8F8-79B5-7188B3FEC2B1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7431716" y="4802603"/>
            <a:ext cx="4055434" cy="75008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4B2B8A1-DDA3-2DAB-6BAC-39D68B322888}"/>
              </a:ext>
            </a:extLst>
          </p:cNvPr>
          <p:cNvCxnSpPr>
            <a:cxnSpLocks/>
          </p:cNvCxnSpPr>
          <p:nvPr userDrawn="1"/>
        </p:nvCxnSpPr>
        <p:spPr>
          <a:xfrm>
            <a:off x="7431716" y="4636824"/>
            <a:ext cx="40554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Picture Placeholder 37">
            <a:extLst>
              <a:ext uri="{FF2B5EF4-FFF2-40B4-BE49-F238E27FC236}">
                <a16:creationId xmlns:a16="http://schemas.microsoft.com/office/drawing/2014/main" id="{1F0D3588-E064-AA9F-1987-443ADD4F139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518988" y="3897377"/>
            <a:ext cx="598423" cy="598423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97534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Terracott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4FA8EC55-55DA-B007-0AF4-CE8B29372C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3460515"/>
            <a:ext cx="10350500" cy="663802"/>
          </a:xfrm>
        </p:spPr>
        <p:txBody>
          <a:bodyPr anchor="b">
            <a:noAutofit/>
          </a:bodyPr>
          <a:lstStyle>
            <a:lvl1pPr>
              <a:defRPr sz="3200"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headline here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BE7B7-0BF1-2600-145E-35FF6E0D1CF5}"/>
              </a:ext>
            </a:extLst>
          </p:cNvPr>
          <p:cNvSpPr txBox="1"/>
          <p:nvPr userDrawn="1"/>
        </p:nvSpPr>
        <p:spPr>
          <a:xfrm>
            <a:off x="352940" y="6286500"/>
            <a:ext cx="435742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fld id="{996B5273-46EB-4870-A6B0-6E7F43CBD6D0}" type="slidenum">
              <a:rPr lang="en-US" sz="1200" smtClean="0">
                <a:solidFill>
                  <a:schemeClr val="tx1"/>
                </a:solidFill>
                <a:latin typeface="+mj-lt"/>
              </a:rPr>
              <a:pPr algn="l"/>
              <a:t>‹#›</a:t>
            </a:fld>
            <a:endParaRPr lang="en-US" sz="1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2FDCBF-29EF-3ADA-1F3C-EA2D3736D3D6}"/>
              </a:ext>
            </a:extLst>
          </p:cNvPr>
          <p:cNvSpPr txBox="1"/>
          <p:nvPr userDrawn="1"/>
        </p:nvSpPr>
        <p:spPr>
          <a:xfrm>
            <a:off x="1207304" y="6286500"/>
            <a:ext cx="3176437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dirty="0">
                <a:solidFill>
                  <a:schemeClr val="tx1"/>
                </a:solidFill>
                <a:latin typeface="APK Galeria Light" panose="020B0504040000000000" pitchFamily="34" charset="0"/>
              </a:rPr>
              <a:t>Confidential | ©2026 Sabre GLBL Inc. All rights reserved.</a:t>
            </a:r>
          </a:p>
        </p:txBody>
      </p:sp>
      <p:sp>
        <p:nvSpPr>
          <p:cNvPr id="8" name="Graphic 9">
            <a:extLst>
              <a:ext uri="{FF2B5EF4-FFF2-40B4-BE49-F238E27FC236}">
                <a16:creationId xmlns:a16="http://schemas.microsoft.com/office/drawing/2014/main" id="{F2D74F6D-FABD-52CD-F15F-C173FA3A362B}"/>
              </a:ext>
            </a:extLst>
          </p:cNvPr>
          <p:cNvSpPr/>
          <p:nvPr userDrawn="1"/>
        </p:nvSpPr>
        <p:spPr>
          <a:xfrm>
            <a:off x="11353800" y="266699"/>
            <a:ext cx="457200" cy="457166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rgbClr val="000000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FE873FE4-BCA0-A372-DC94-C8F13863AD7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4749018"/>
            <a:ext cx="11430000" cy="750082"/>
          </a:xfrm>
        </p:spPr>
        <p:txBody>
          <a:bodyPr>
            <a:normAutofit/>
          </a:bodyPr>
          <a:lstStyle>
            <a:lvl1pPr algn="r">
              <a:defRPr sz="2000"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headline here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1F03158-D7DD-0138-34DE-41EB7C4E76D0}"/>
              </a:ext>
            </a:extLst>
          </p:cNvPr>
          <p:cNvCxnSpPr/>
          <p:nvPr userDrawn="1"/>
        </p:nvCxnSpPr>
        <p:spPr>
          <a:xfrm>
            <a:off x="0" y="4411277"/>
            <a:ext cx="1219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521353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4FA8EC55-55DA-B007-0AF4-CE8B29372C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3460515"/>
            <a:ext cx="10350500" cy="663802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bg1"/>
                </a:solidFill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headline here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BE7B7-0BF1-2600-145E-35FF6E0D1CF5}"/>
              </a:ext>
            </a:extLst>
          </p:cNvPr>
          <p:cNvSpPr txBox="1"/>
          <p:nvPr userDrawn="1"/>
        </p:nvSpPr>
        <p:spPr>
          <a:xfrm>
            <a:off x="352940" y="6286500"/>
            <a:ext cx="435742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fld id="{996B5273-46EB-4870-A6B0-6E7F43CBD6D0}" type="slidenum">
              <a:rPr lang="en-US" sz="1200" smtClean="0">
                <a:solidFill>
                  <a:schemeClr val="bg1"/>
                </a:solidFill>
                <a:latin typeface="+mj-lt"/>
              </a:rPr>
              <a:pPr algn="l"/>
              <a:t>‹#›</a:t>
            </a:fld>
            <a:endParaRPr lang="en-US" sz="1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2FDCBF-29EF-3ADA-1F3C-EA2D3736D3D6}"/>
              </a:ext>
            </a:extLst>
          </p:cNvPr>
          <p:cNvSpPr txBox="1"/>
          <p:nvPr userDrawn="1"/>
        </p:nvSpPr>
        <p:spPr>
          <a:xfrm>
            <a:off x="1207304" y="6286500"/>
            <a:ext cx="3176437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dirty="0">
                <a:solidFill>
                  <a:schemeClr val="bg1"/>
                </a:solidFill>
                <a:latin typeface="APK Galeria Light" panose="020B0504040000000000" pitchFamily="34" charset="0"/>
              </a:rPr>
              <a:t>Confidential | ©2026 Sabre GLBL Inc. All rights reserved.</a:t>
            </a:r>
          </a:p>
        </p:txBody>
      </p:sp>
      <p:sp>
        <p:nvSpPr>
          <p:cNvPr id="8" name="Graphic 9">
            <a:extLst>
              <a:ext uri="{FF2B5EF4-FFF2-40B4-BE49-F238E27FC236}">
                <a16:creationId xmlns:a16="http://schemas.microsoft.com/office/drawing/2014/main" id="{F2D74F6D-FABD-52CD-F15F-C173FA3A362B}"/>
              </a:ext>
            </a:extLst>
          </p:cNvPr>
          <p:cNvSpPr/>
          <p:nvPr userDrawn="1"/>
        </p:nvSpPr>
        <p:spPr>
          <a:xfrm>
            <a:off x="11353800" y="266699"/>
            <a:ext cx="457200" cy="457166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chemeClr val="bg1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FE873FE4-BCA0-A372-DC94-C8F13863AD7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4749018"/>
            <a:ext cx="11430000" cy="750082"/>
          </a:xfrm>
        </p:spPr>
        <p:txBody>
          <a:bodyPr>
            <a:normAutofit/>
          </a:bodyPr>
          <a:lstStyle>
            <a:lvl1pPr algn="r">
              <a:defRPr sz="2000">
                <a:solidFill>
                  <a:schemeClr val="bg1"/>
                </a:solidFill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headline here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1F03158-D7DD-0138-34DE-41EB7C4E76D0}"/>
              </a:ext>
            </a:extLst>
          </p:cNvPr>
          <p:cNvCxnSpPr/>
          <p:nvPr userDrawn="1"/>
        </p:nvCxnSpPr>
        <p:spPr>
          <a:xfrm>
            <a:off x="0" y="4411277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428107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Off-Whi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4FA8EC55-55DA-B007-0AF4-CE8B29372C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3460515"/>
            <a:ext cx="10350500" cy="663802"/>
          </a:xfrm>
        </p:spPr>
        <p:txBody>
          <a:bodyPr anchor="b">
            <a:noAutofit/>
          </a:bodyPr>
          <a:lstStyle>
            <a:lvl1pPr>
              <a:defRPr sz="3200"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headline here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BE7B7-0BF1-2600-145E-35FF6E0D1CF5}"/>
              </a:ext>
            </a:extLst>
          </p:cNvPr>
          <p:cNvSpPr txBox="1"/>
          <p:nvPr userDrawn="1"/>
        </p:nvSpPr>
        <p:spPr>
          <a:xfrm>
            <a:off x="352940" y="6286500"/>
            <a:ext cx="435742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fld id="{996B5273-46EB-4870-A6B0-6E7F43CBD6D0}" type="slidenum">
              <a:rPr lang="en-US" sz="1200" smtClean="0">
                <a:solidFill>
                  <a:schemeClr val="tx1"/>
                </a:solidFill>
                <a:latin typeface="+mj-lt"/>
              </a:rPr>
              <a:pPr algn="l"/>
              <a:t>‹#›</a:t>
            </a:fld>
            <a:endParaRPr lang="en-US" sz="1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2FDCBF-29EF-3ADA-1F3C-EA2D3736D3D6}"/>
              </a:ext>
            </a:extLst>
          </p:cNvPr>
          <p:cNvSpPr txBox="1"/>
          <p:nvPr userDrawn="1"/>
        </p:nvSpPr>
        <p:spPr>
          <a:xfrm>
            <a:off x="1207304" y="6286500"/>
            <a:ext cx="3176437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dirty="0">
                <a:solidFill>
                  <a:schemeClr val="tx1"/>
                </a:solidFill>
                <a:latin typeface="APK Galeria Light" panose="020B0504040000000000" pitchFamily="34" charset="0"/>
              </a:rPr>
              <a:t>Confidential | ©2026 Sabre GLBL Inc. All rights reserved.</a:t>
            </a:r>
          </a:p>
        </p:txBody>
      </p:sp>
      <p:sp>
        <p:nvSpPr>
          <p:cNvPr id="8" name="Graphic 9">
            <a:extLst>
              <a:ext uri="{FF2B5EF4-FFF2-40B4-BE49-F238E27FC236}">
                <a16:creationId xmlns:a16="http://schemas.microsoft.com/office/drawing/2014/main" id="{F2D74F6D-FABD-52CD-F15F-C173FA3A362B}"/>
              </a:ext>
            </a:extLst>
          </p:cNvPr>
          <p:cNvSpPr/>
          <p:nvPr userDrawn="1"/>
        </p:nvSpPr>
        <p:spPr>
          <a:xfrm>
            <a:off x="11353800" y="266699"/>
            <a:ext cx="457200" cy="457166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rgbClr val="000000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FE873FE4-BCA0-A372-DC94-C8F13863AD7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4749018"/>
            <a:ext cx="11430000" cy="750082"/>
          </a:xfrm>
        </p:spPr>
        <p:txBody>
          <a:bodyPr>
            <a:normAutofit/>
          </a:bodyPr>
          <a:lstStyle>
            <a:lvl1pPr algn="r">
              <a:defRPr sz="2000"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headline here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1F03158-D7DD-0138-34DE-41EB7C4E76D0}"/>
              </a:ext>
            </a:extLst>
          </p:cNvPr>
          <p:cNvCxnSpPr/>
          <p:nvPr userDrawn="1"/>
        </p:nvCxnSpPr>
        <p:spPr>
          <a:xfrm>
            <a:off x="0" y="4411277"/>
            <a:ext cx="1219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20494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in Statement - Terricot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4FA8EC55-55DA-B007-0AF4-CE8B29372C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3097099"/>
            <a:ext cx="10350500" cy="663802"/>
          </a:xfrm>
        </p:spPr>
        <p:txBody>
          <a:bodyPr anchor="ctr">
            <a:noAutofit/>
          </a:bodyPr>
          <a:lstStyle>
            <a:lvl1pPr>
              <a:defRPr sz="4400"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headline here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BE7B7-0BF1-2600-145E-35FF6E0D1CF5}"/>
              </a:ext>
            </a:extLst>
          </p:cNvPr>
          <p:cNvSpPr txBox="1"/>
          <p:nvPr userDrawn="1"/>
        </p:nvSpPr>
        <p:spPr>
          <a:xfrm>
            <a:off x="352940" y="6286500"/>
            <a:ext cx="435742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fld id="{996B5273-46EB-4870-A6B0-6E7F43CBD6D0}" type="slidenum">
              <a:rPr lang="en-US" sz="1200" smtClean="0">
                <a:solidFill>
                  <a:schemeClr val="tx1"/>
                </a:solidFill>
                <a:latin typeface="+mj-lt"/>
              </a:rPr>
              <a:pPr algn="l"/>
              <a:t>‹#›</a:t>
            </a:fld>
            <a:endParaRPr lang="en-US" sz="1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2FDCBF-29EF-3ADA-1F3C-EA2D3736D3D6}"/>
              </a:ext>
            </a:extLst>
          </p:cNvPr>
          <p:cNvSpPr txBox="1"/>
          <p:nvPr userDrawn="1"/>
        </p:nvSpPr>
        <p:spPr>
          <a:xfrm>
            <a:off x="1207304" y="6286500"/>
            <a:ext cx="3176437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dirty="0">
                <a:solidFill>
                  <a:schemeClr val="tx1"/>
                </a:solidFill>
                <a:latin typeface="APK Galeria Light" panose="020B0504040000000000" pitchFamily="34" charset="0"/>
              </a:rPr>
              <a:t>Confidential | ©2026 Sabre GLBL Inc. All rights reserved.</a:t>
            </a:r>
          </a:p>
        </p:txBody>
      </p:sp>
      <p:sp>
        <p:nvSpPr>
          <p:cNvPr id="8" name="Graphic 9">
            <a:extLst>
              <a:ext uri="{FF2B5EF4-FFF2-40B4-BE49-F238E27FC236}">
                <a16:creationId xmlns:a16="http://schemas.microsoft.com/office/drawing/2014/main" id="{F2D74F6D-FABD-52CD-F15F-C173FA3A362B}"/>
              </a:ext>
            </a:extLst>
          </p:cNvPr>
          <p:cNvSpPr/>
          <p:nvPr userDrawn="1"/>
        </p:nvSpPr>
        <p:spPr>
          <a:xfrm>
            <a:off x="11353800" y="266699"/>
            <a:ext cx="457200" cy="457166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rgbClr val="000000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67742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in Statement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4FA8EC55-55DA-B007-0AF4-CE8B29372C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3097099"/>
            <a:ext cx="10350500" cy="663802"/>
          </a:xfrm>
        </p:spPr>
        <p:txBody>
          <a:bodyPr anchor="ctr">
            <a:noAutofit/>
          </a:bodyPr>
          <a:lstStyle>
            <a:lvl1pPr>
              <a:defRPr sz="4400">
                <a:solidFill>
                  <a:schemeClr val="bg1"/>
                </a:solidFill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headline here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BE7B7-0BF1-2600-145E-35FF6E0D1CF5}"/>
              </a:ext>
            </a:extLst>
          </p:cNvPr>
          <p:cNvSpPr txBox="1"/>
          <p:nvPr userDrawn="1"/>
        </p:nvSpPr>
        <p:spPr>
          <a:xfrm>
            <a:off x="352940" y="6286500"/>
            <a:ext cx="435742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fld id="{996B5273-46EB-4870-A6B0-6E7F43CBD6D0}" type="slidenum">
              <a:rPr lang="en-US" sz="1200" smtClean="0">
                <a:solidFill>
                  <a:schemeClr val="tx1"/>
                </a:solidFill>
                <a:latin typeface="+mj-lt"/>
              </a:rPr>
              <a:pPr algn="l"/>
              <a:t>‹#›</a:t>
            </a:fld>
            <a:endParaRPr lang="en-US" sz="1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2FDCBF-29EF-3ADA-1F3C-EA2D3736D3D6}"/>
              </a:ext>
            </a:extLst>
          </p:cNvPr>
          <p:cNvSpPr txBox="1"/>
          <p:nvPr userDrawn="1"/>
        </p:nvSpPr>
        <p:spPr>
          <a:xfrm>
            <a:off x="1207304" y="6286500"/>
            <a:ext cx="3176437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dirty="0">
                <a:solidFill>
                  <a:schemeClr val="tx1"/>
                </a:solidFill>
                <a:latin typeface="APK Galeria Light" panose="020B0504040000000000" pitchFamily="34" charset="0"/>
              </a:rPr>
              <a:t>Confidential | ©2025 Sabre GLBL Inc. All rights reserved.</a:t>
            </a:r>
          </a:p>
        </p:txBody>
      </p:sp>
      <p:sp>
        <p:nvSpPr>
          <p:cNvPr id="8" name="Graphic 9">
            <a:extLst>
              <a:ext uri="{FF2B5EF4-FFF2-40B4-BE49-F238E27FC236}">
                <a16:creationId xmlns:a16="http://schemas.microsoft.com/office/drawing/2014/main" id="{F2D74F6D-FABD-52CD-F15F-C173FA3A362B}"/>
              </a:ext>
            </a:extLst>
          </p:cNvPr>
          <p:cNvSpPr/>
          <p:nvPr userDrawn="1"/>
        </p:nvSpPr>
        <p:spPr>
          <a:xfrm>
            <a:off x="11353800" y="266699"/>
            <a:ext cx="457200" cy="457166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chemeClr val="bg1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33876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in Statement - Off-Whi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4FA8EC55-55DA-B007-0AF4-CE8B29372C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3097099"/>
            <a:ext cx="10350500" cy="663802"/>
          </a:xfrm>
        </p:spPr>
        <p:txBody>
          <a:bodyPr anchor="ctr">
            <a:noAutofit/>
          </a:bodyPr>
          <a:lstStyle>
            <a:lvl1pPr>
              <a:defRPr sz="4400"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headline here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BE7B7-0BF1-2600-145E-35FF6E0D1CF5}"/>
              </a:ext>
            </a:extLst>
          </p:cNvPr>
          <p:cNvSpPr txBox="1"/>
          <p:nvPr userDrawn="1"/>
        </p:nvSpPr>
        <p:spPr>
          <a:xfrm>
            <a:off x="352940" y="6286500"/>
            <a:ext cx="435742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fld id="{996B5273-46EB-4870-A6B0-6E7F43CBD6D0}" type="slidenum">
              <a:rPr lang="en-US" sz="1200" smtClean="0">
                <a:solidFill>
                  <a:schemeClr val="tx1"/>
                </a:solidFill>
                <a:latin typeface="+mj-lt"/>
              </a:rPr>
              <a:pPr algn="l"/>
              <a:t>‹#›</a:t>
            </a:fld>
            <a:endParaRPr lang="en-US" sz="1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2FDCBF-29EF-3ADA-1F3C-EA2D3736D3D6}"/>
              </a:ext>
            </a:extLst>
          </p:cNvPr>
          <p:cNvSpPr txBox="1"/>
          <p:nvPr userDrawn="1"/>
        </p:nvSpPr>
        <p:spPr>
          <a:xfrm>
            <a:off x="1207304" y="6286500"/>
            <a:ext cx="3176437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dirty="0">
                <a:solidFill>
                  <a:schemeClr val="tx1"/>
                </a:solidFill>
                <a:latin typeface="APK Galeria Light" panose="020B0504040000000000" pitchFamily="34" charset="0"/>
              </a:rPr>
              <a:t>Confidential | ©2026 Sabre GLBL Inc. All rights reserved.</a:t>
            </a:r>
          </a:p>
        </p:txBody>
      </p:sp>
      <p:sp>
        <p:nvSpPr>
          <p:cNvPr id="8" name="Graphic 9">
            <a:extLst>
              <a:ext uri="{FF2B5EF4-FFF2-40B4-BE49-F238E27FC236}">
                <a16:creationId xmlns:a16="http://schemas.microsoft.com/office/drawing/2014/main" id="{F2D74F6D-FABD-52CD-F15F-C173FA3A362B}"/>
              </a:ext>
            </a:extLst>
          </p:cNvPr>
          <p:cNvSpPr/>
          <p:nvPr userDrawn="1"/>
        </p:nvSpPr>
        <p:spPr>
          <a:xfrm>
            <a:off x="11353800" y="266699"/>
            <a:ext cx="457200" cy="457166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rgbClr val="000000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63341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in Statement with Ph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E3F5834-F95E-1CC9-664A-70C1E790279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Graphic 9">
            <a:extLst>
              <a:ext uri="{FF2B5EF4-FFF2-40B4-BE49-F238E27FC236}">
                <a16:creationId xmlns:a16="http://schemas.microsoft.com/office/drawing/2014/main" id="{F8A9C521-96FA-A612-8A22-BDE21C79036D}"/>
              </a:ext>
            </a:extLst>
          </p:cNvPr>
          <p:cNvSpPr/>
          <p:nvPr userDrawn="1"/>
        </p:nvSpPr>
        <p:spPr>
          <a:xfrm>
            <a:off x="11353800" y="266699"/>
            <a:ext cx="457200" cy="457166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chemeClr val="bg1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4FA8EC55-55DA-B007-0AF4-CE8B29372C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5256099"/>
            <a:ext cx="8216900" cy="663802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bg1"/>
                </a:solidFill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headline here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BE7B7-0BF1-2600-145E-35FF6E0D1CF5}"/>
              </a:ext>
            </a:extLst>
          </p:cNvPr>
          <p:cNvSpPr txBox="1"/>
          <p:nvPr userDrawn="1"/>
        </p:nvSpPr>
        <p:spPr>
          <a:xfrm>
            <a:off x="352940" y="6286500"/>
            <a:ext cx="435742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fld id="{996B5273-46EB-4870-A6B0-6E7F43CBD6D0}" type="slidenum">
              <a:rPr lang="en-US" sz="1200" smtClean="0">
                <a:solidFill>
                  <a:schemeClr val="bg1"/>
                </a:solidFill>
                <a:latin typeface="+mj-lt"/>
              </a:rPr>
              <a:pPr algn="l"/>
              <a:t>‹#›</a:t>
            </a:fld>
            <a:endParaRPr lang="en-US" sz="1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2FDCBF-29EF-3ADA-1F3C-EA2D3736D3D6}"/>
              </a:ext>
            </a:extLst>
          </p:cNvPr>
          <p:cNvSpPr txBox="1"/>
          <p:nvPr userDrawn="1"/>
        </p:nvSpPr>
        <p:spPr>
          <a:xfrm>
            <a:off x="1207304" y="6286500"/>
            <a:ext cx="3176437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dirty="0">
                <a:solidFill>
                  <a:schemeClr val="bg1"/>
                </a:solidFill>
                <a:latin typeface="APK Galeria Light" panose="020B0504040000000000" pitchFamily="34" charset="0"/>
              </a:rPr>
              <a:t>Confidential | ©2026 Sabre GLBL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649460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ta Callout With Photo - Terricot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CF0DEEB-1DF8-B96D-0CF4-C6022F776B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975600" y="0"/>
            <a:ext cx="4216400" cy="68580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4FA8EC55-55DA-B007-0AF4-CE8B29372C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4000" y="1471782"/>
            <a:ext cx="7200900" cy="3251200"/>
          </a:xfrm>
        </p:spPr>
        <p:txBody>
          <a:bodyPr anchor="ctr">
            <a:noAutofit/>
          </a:bodyPr>
          <a:lstStyle>
            <a:lvl1pPr>
              <a:defRPr sz="19900"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25%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BE7B7-0BF1-2600-145E-35FF6E0D1CF5}"/>
              </a:ext>
            </a:extLst>
          </p:cNvPr>
          <p:cNvSpPr txBox="1"/>
          <p:nvPr userDrawn="1"/>
        </p:nvSpPr>
        <p:spPr>
          <a:xfrm>
            <a:off x="352940" y="6286500"/>
            <a:ext cx="435742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fld id="{996B5273-46EB-4870-A6B0-6E7F43CBD6D0}" type="slidenum">
              <a:rPr lang="en-US" sz="1200" smtClean="0">
                <a:solidFill>
                  <a:schemeClr val="tx1"/>
                </a:solidFill>
                <a:latin typeface="+mj-lt"/>
              </a:rPr>
              <a:pPr algn="l"/>
              <a:t>‹#›</a:t>
            </a:fld>
            <a:endParaRPr lang="en-US" sz="1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2FDCBF-29EF-3ADA-1F3C-EA2D3736D3D6}"/>
              </a:ext>
            </a:extLst>
          </p:cNvPr>
          <p:cNvSpPr txBox="1"/>
          <p:nvPr userDrawn="1"/>
        </p:nvSpPr>
        <p:spPr>
          <a:xfrm>
            <a:off x="1207304" y="6286500"/>
            <a:ext cx="3176437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dirty="0">
                <a:solidFill>
                  <a:schemeClr val="tx1"/>
                </a:solidFill>
                <a:latin typeface="APK Galeria Light" panose="020B0504040000000000" pitchFamily="34" charset="0"/>
              </a:rPr>
              <a:t>Confidential | ©2026 Sabre GLBL Inc. All rights reserved.</a:t>
            </a:r>
          </a:p>
        </p:txBody>
      </p:sp>
      <p:sp>
        <p:nvSpPr>
          <p:cNvPr id="8" name="Graphic 9">
            <a:extLst>
              <a:ext uri="{FF2B5EF4-FFF2-40B4-BE49-F238E27FC236}">
                <a16:creationId xmlns:a16="http://schemas.microsoft.com/office/drawing/2014/main" id="{F2D74F6D-FABD-52CD-F15F-C173FA3A362B}"/>
              </a:ext>
            </a:extLst>
          </p:cNvPr>
          <p:cNvSpPr/>
          <p:nvPr userDrawn="1"/>
        </p:nvSpPr>
        <p:spPr>
          <a:xfrm>
            <a:off x="11353800" y="266699"/>
            <a:ext cx="457200" cy="457166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rgbClr val="000000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Text Placeholder 16">
            <a:extLst>
              <a:ext uri="{FF2B5EF4-FFF2-40B4-BE49-F238E27FC236}">
                <a16:creationId xmlns:a16="http://schemas.microsoft.com/office/drawing/2014/main" id="{705D4967-1018-DC49-5F0D-385D334D78F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2555" y="4176116"/>
            <a:ext cx="7073900" cy="663802"/>
          </a:xfrm>
        </p:spPr>
        <p:txBody>
          <a:bodyPr anchor="ctr">
            <a:noAutofit/>
          </a:bodyPr>
          <a:lstStyle>
            <a:lvl1pPr>
              <a:defRPr sz="4000"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headline here</a:t>
            </a:r>
          </a:p>
        </p:txBody>
      </p:sp>
    </p:spTree>
    <p:extLst>
      <p:ext uri="{BB962C8B-B14F-4D97-AF65-F5344CB8AC3E}">
        <p14:creationId xmlns:p14="http://schemas.microsoft.com/office/powerpoint/2010/main" val="94223082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ta Callout With Photo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CF0DEEB-1DF8-B96D-0CF4-C6022F776B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975600" y="0"/>
            <a:ext cx="4216400" cy="68580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4FA8EC55-55DA-B007-0AF4-CE8B29372C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4000" y="1471782"/>
            <a:ext cx="7200900" cy="3251200"/>
          </a:xfrm>
        </p:spPr>
        <p:txBody>
          <a:bodyPr anchor="ctr">
            <a:noAutofit/>
          </a:bodyPr>
          <a:lstStyle>
            <a:lvl1pPr>
              <a:defRPr sz="19900">
                <a:solidFill>
                  <a:schemeClr val="bg1"/>
                </a:solidFill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25%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BE7B7-0BF1-2600-145E-35FF6E0D1CF5}"/>
              </a:ext>
            </a:extLst>
          </p:cNvPr>
          <p:cNvSpPr txBox="1"/>
          <p:nvPr userDrawn="1"/>
        </p:nvSpPr>
        <p:spPr>
          <a:xfrm>
            <a:off x="352940" y="6286500"/>
            <a:ext cx="435742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fld id="{996B5273-46EB-4870-A6B0-6E7F43CBD6D0}" type="slidenum">
              <a:rPr lang="en-US" sz="1200" smtClean="0">
                <a:solidFill>
                  <a:schemeClr val="bg1"/>
                </a:solidFill>
                <a:latin typeface="+mj-lt"/>
              </a:rPr>
              <a:pPr algn="l"/>
              <a:t>‹#›</a:t>
            </a:fld>
            <a:endParaRPr lang="en-US" sz="1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2FDCBF-29EF-3ADA-1F3C-EA2D3736D3D6}"/>
              </a:ext>
            </a:extLst>
          </p:cNvPr>
          <p:cNvSpPr txBox="1"/>
          <p:nvPr userDrawn="1"/>
        </p:nvSpPr>
        <p:spPr>
          <a:xfrm>
            <a:off x="1207304" y="6286500"/>
            <a:ext cx="3176437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dirty="0">
                <a:solidFill>
                  <a:schemeClr val="bg1"/>
                </a:solidFill>
                <a:latin typeface="APK Galeria Light" panose="020B0504040000000000" pitchFamily="34" charset="0"/>
              </a:rPr>
              <a:t>Confidential | ©2026 Sabre GLBL Inc. All rights reserved.</a:t>
            </a:r>
          </a:p>
        </p:txBody>
      </p:sp>
      <p:sp>
        <p:nvSpPr>
          <p:cNvPr id="8" name="Graphic 9">
            <a:extLst>
              <a:ext uri="{FF2B5EF4-FFF2-40B4-BE49-F238E27FC236}">
                <a16:creationId xmlns:a16="http://schemas.microsoft.com/office/drawing/2014/main" id="{F2D74F6D-FABD-52CD-F15F-C173FA3A362B}"/>
              </a:ext>
            </a:extLst>
          </p:cNvPr>
          <p:cNvSpPr/>
          <p:nvPr userDrawn="1"/>
        </p:nvSpPr>
        <p:spPr>
          <a:xfrm>
            <a:off x="11353800" y="266699"/>
            <a:ext cx="457200" cy="457166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chemeClr val="bg1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Text Placeholder 16">
            <a:extLst>
              <a:ext uri="{FF2B5EF4-FFF2-40B4-BE49-F238E27FC236}">
                <a16:creationId xmlns:a16="http://schemas.microsoft.com/office/drawing/2014/main" id="{705D4967-1018-DC49-5F0D-385D334D78F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2555" y="4176116"/>
            <a:ext cx="7073900" cy="663802"/>
          </a:xfrm>
        </p:spPr>
        <p:txBody>
          <a:bodyPr anchor="ctr">
            <a:noAutofit/>
          </a:bodyPr>
          <a:lstStyle>
            <a:lvl1pPr>
              <a:defRPr sz="4000">
                <a:solidFill>
                  <a:schemeClr val="bg1"/>
                </a:solidFill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headline here</a:t>
            </a:r>
          </a:p>
        </p:txBody>
      </p:sp>
    </p:spTree>
    <p:extLst>
      <p:ext uri="{BB962C8B-B14F-4D97-AF65-F5344CB8AC3E}">
        <p14:creationId xmlns:p14="http://schemas.microsoft.com/office/powerpoint/2010/main" val="203030789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ta Callout With Photo - Off-Whi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0CF0DEEB-1DF8-B96D-0CF4-C6022F776B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975600" y="0"/>
            <a:ext cx="4216400" cy="68580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4FA8EC55-55DA-B007-0AF4-CE8B29372C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4000" y="1471782"/>
            <a:ext cx="7200900" cy="3251200"/>
          </a:xfrm>
        </p:spPr>
        <p:txBody>
          <a:bodyPr anchor="ctr">
            <a:noAutofit/>
          </a:bodyPr>
          <a:lstStyle>
            <a:lvl1pPr>
              <a:defRPr sz="19900"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25%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BE7B7-0BF1-2600-145E-35FF6E0D1CF5}"/>
              </a:ext>
            </a:extLst>
          </p:cNvPr>
          <p:cNvSpPr txBox="1"/>
          <p:nvPr userDrawn="1"/>
        </p:nvSpPr>
        <p:spPr>
          <a:xfrm>
            <a:off x="352940" y="6286500"/>
            <a:ext cx="435742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fld id="{996B5273-46EB-4870-A6B0-6E7F43CBD6D0}" type="slidenum">
              <a:rPr lang="en-US" sz="1200" smtClean="0">
                <a:solidFill>
                  <a:schemeClr val="tx1"/>
                </a:solidFill>
                <a:latin typeface="+mj-lt"/>
              </a:rPr>
              <a:pPr algn="l"/>
              <a:t>‹#›</a:t>
            </a:fld>
            <a:endParaRPr lang="en-US" sz="1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2FDCBF-29EF-3ADA-1F3C-EA2D3736D3D6}"/>
              </a:ext>
            </a:extLst>
          </p:cNvPr>
          <p:cNvSpPr txBox="1"/>
          <p:nvPr userDrawn="1"/>
        </p:nvSpPr>
        <p:spPr>
          <a:xfrm>
            <a:off x="1207304" y="6286500"/>
            <a:ext cx="3176437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dirty="0">
                <a:solidFill>
                  <a:schemeClr val="tx1"/>
                </a:solidFill>
                <a:latin typeface="APK Galeria Light" panose="020B0504040000000000" pitchFamily="34" charset="0"/>
              </a:rPr>
              <a:t>Confidential | ©2026 Sabre GLBL Inc. All rights reserved.</a:t>
            </a:r>
          </a:p>
        </p:txBody>
      </p:sp>
      <p:sp>
        <p:nvSpPr>
          <p:cNvPr id="8" name="Graphic 9">
            <a:extLst>
              <a:ext uri="{FF2B5EF4-FFF2-40B4-BE49-F238E27FC236}">
                <a16:creationId xmlns:a16="http://schemas.microsoft.com/office/drawing/2014/main" id="{F2D74F6D-FABD-52CD-F15F-C173FA3A362B}"/>
              </a:ext>
            </a:extLst>
          </p:cNvPr>
          <p:cNvSpPr/>
          <p:nvPr userDrawn="1"/>
        </p:nvSpPr>
        <p:spPr>
          <a:xfrm>
            <a:off x="11353800" y="266699"/>
            <a:ext cx="457200" cy="457166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rgbClr val="000000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Text Placeholder 16">
            <a:extLst>
              <a:ext uri="{FF2B5EF4-FFF2-40B4-BE49-F238E27FC236}">
                <a16:creationId xmlns:a16="http://schemas.microsoft.com/office/drawing/2014/main" id="{705D4967-1018-DC49-5F0D-385D334D78F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2555" y="4176116"/>
            <a:ext cx="7073900" cy="663802"/>
          </a:xfrm>
        </p:spPr>
        <p:txBody>
          <a:bodyPr anchor="ctr">
            <a:noAutofit/>
          </a:bodyPr>
          <a:lstStyle>
            <a:lvl1pPr>
              <a:defRPr sz="4000"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headline here</a:t>
            </a:r>
          </a:p>
        </p:txBody>
      </p:sp>
    </p:spTree>
    <p:extLst>
      <p:ext uri="{BB962C8B-B14F-4D97-AF65-F5344CB8AC3E}">
        <p14:creationId xmlns:p14="http://schemas.microsoft.com/office/powerpoint/2010/main" val="11912821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ta Callout - Terricot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4FA8EC55-55DA-B007-0AF4-CE8B29372C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4000" y="1471782"/>
            <a:ext cx="7200900" cy="3251200"/>
          </a:xfrm>
        </p:spPr>
        <p:txBody>
          <a:bodyPr anchor="ctr">
            <a:noAutofit/>
          </a:bodyPr>
          <a:lstStyle>
            <a:lvl1pPr>
              <a:defRPr sz="19900"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25%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BE7B7-0BF1-2600-145E-35FF6E0D1CF5}"/>
              </a:ext>
            </a:extLst>
          </p:cNvPr>
          <p:cNvSpPr txBox="1"/>
          <p:nvPr userDrawn="1"/>
        </p:nvSpPr>
        <p:spPr>
          <a:xfrm>
            <a:off x="352940" y="6286500"/>
            <a:ext cx="435742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fld id="{996B5273-46EB-4870-A6B0-6E7F43CBD6D0}" type="slidenum">
              <a:rPr lang="en-US" sz="1200" smtClean="0">
                <a:solidFill>
                  <a:schemeClr val="tx1"/>
                </a:solidFill>
                <a:latin typeface="+mj-lt"/>
              </a:rPr>
              <a:pPr algn="l"/>
              <a:t>‹#›</a:t>
            </a:fld>
            <a:endParaRPr lang="en-US" sz="1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2FDCBF-29EF-3ADA-1F3C-EA2D3736D3D6}"/>
              </a:ext>
            </a:extLst>
          </p:cNvPr>
          <p:cNvSpPr txBox="1"/>
          <p:nvPr userDrawn="1"/>
        </p:nvSpPr>
        <p:spPr>
          <a:xfrm>
            <a:off x="1207304" y="6286500"/>
            <a:ext cx="3176437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dirty="0">
                <a:solidFill>
                  <a:schemeClr val="tx1"/>
                </a:solidFill>
                <a:latin typeface="APK Galeria Light" panose="020B0504040000000000" pitchFamily="34" charset="0"/>
              </a:rPr>
              <a:t>Confidential | ©2026 Sabre GLBL Inc. All rights reserved.</a:t>
            </a:r>
          </a:p>
        </p:txBody>
      </p:sp>
      <p:sp>
        <p:nvSpPr>
          <p:cNvPr id="8" name="Graphic 9">
            <a:extLst>
              <a:ext uri="{FF2B5EF4-FFF2-40B4-BE49-F238E27FC236}">
                <a16:creationId xmlns:a16="http://schemas.microsoft.com/office/drawing/2014/main" id="{F2D74F6D-FABD-52CD-F15F-C173FA3A362B}"/>
              </a:ext>
            </a:extLst>
          </p:cNvPr>
          <p:cNvSpPr/>
          <p:nvPr userDrawn="1"/>
        </p:nvSpPr>
        <p:spPr>
          <a:xfrm>
            <a:off x="11353800" y="266699"/>
            <a:ext cx="457200" cy="457166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rgbClr val="000000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Text Placeholder 16">
            <a:extLst>
              <a:ext uri="{FF2B5EF4-FFF2-40B4-BE49-F238E27FC236}">
                <a16:creationId xmlns:a16="http://schemas.microsoft.com/office/drawing/2014/main" id="{705D4967-1018-DC49-5F0D-385D334D78F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2555" y="4176116"/>
            <a:ext cx="7073900" cy="663802"/>
          </a:xfrm>
        </p:spPr>
        <p:txBody>
          <a:bodyPr anchor="ctr">
            <a:noAutofit/>
          </a:bodyPr>
          <a:lstStyle>
            <a:lvl1pPr>
              <a:defRPr sz="4000"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headline here</a:t>
            </a:r>
          </a:p>
        </p:txBody>
      </p:sp>
    </p:spTree>
    <p:extLst>
      <p:ext uri="{BB962C8B-B14F-4D97-AF65-F5344CB8AC3E}">
        <p14:creationId xmlns:p14="http://schemas.microsoft.com/office/powerpoint/2010/main" val="245956407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ta Callout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4FA8EC55-55DA-B007-0AF4-CE8B29372C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4000" y="1471782"/>
            <a:ext cx="7200900" cy="3251200"/>
          </a:xfrm>
        </p:spPr>
        <p:txBody>
          <a:bodyPr anchor="ctr">
            <a:noAutofit/>
          </a:bodyPr>
          <a:lstStyle>
            <a:lvl1pPr>
              <a:defRPr sz="19900">
                <a:solidFill>
                  <a:schemeClr val="bg1"/>
                </a:solidFill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25%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BE7B7-0BF1-2600-145E-35FF6E0D1CF5}"/>
              </a:ext>
            </a:extLst>
          </p:cNvPr>
          <p:cNvSpPr txBox="1"/>
          <p:nvPr userDrawn="1"/>
        </p:nvSpPr>
        <p:spPr>
          <a:xfrm>
            <a:off x="352940" y="6286500"/>
            <a:ext cx="435742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fld id="{996B5273-46EB-4870-A6B0-6E7F43CBD6D0}" type="slidenum">
              <a:rPr lang="en-US" sz="1200" smtClean="0">
                <a:solidFill>
                  <a:schemeClr val="bg1"/>
                </a:solidFill>
                <a:latin typeface="+mj-lt"/>
              </a:rPr>
              <a:pPr algn="l"/>
              <a:t>‹#›</a:t>
            </a:fld>
            <a:endParaRPr lang="en-US" sz="1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2FDCBF-29EF-3ADA-1F3C-EA2D3736D3D6}"/>
              </a:ext>
            </a:extLst>
          </p:cNvPr>
          <p:cNvSpPr txBox="1"/>
          <p:nvPr userDrawn="1"/>
        </p:nvSpPr>
        <p:spPr>
          <a:xfrm>
            <a:off x="1207304" y="6286500"/>
            <a:ext cx="3176437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dirty="0">
                <a:solidFill>
                  <a:schemeClr val="bg1"/>
                </a:solidFill>
                <a:latin typeface="APK Galeria Light" panose="020B0504040000000000" pitchFamily="34" charset="0"/>
              </a:rPr>
              <a:t>Confidential | ©2026 Sabre GLBL Inc. All rights reserved.</a:t>
            </a:r>
          </a:p>
        </p:txBody>
      </p:sp>
      <p:sp>
        <p:nvSpPr>
          <p:cNvPr id="8" name="Graphic 9">
            <a:extLst>
              <a:ext uri="{FF2B5EF4-FFF2-40B4-BE49-F238E27FC236}">
                <a16:creationId xmlns:a16="http://schemas.microsoft.com/office/drawing/2014/main" id="{F2D74F6D-FABD-52CD-F15F-C173FA3A362B}"/>
              </a:ext>
            </a:extLst>
          </p:cNvPr>
          <p:cNvSpPr/>
          <p:nvPr userDrawn="1"/>
        </p:nvSpPr>
        <p:spPr>
          <a:xfrm>
            <a:off x="11353800" y="266699"/>
            <a:ext cx="457200" cy="457166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chemeClr val="bg1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Text Placeholder 16">
            <a:extLst>
              <a:ext uri="{FF2B5EF4-FFF2-40B4-BE49-F238E27FC236}">
                <a16:creationId xmlns:a16="http://schemas.microsoft.com/office/drawing/2014/main" id="{705D4967-1018-DC49-5F0D-385D334D78F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2555" y="4176116"/>
            <a:ext cx="7073900" cy="663802"/>
          </a:xfrm>
        </p:spPr>
        <p:txBody>
          <a:bodyPr anchor="ctr">
            <a:noAutofit/>
          </a:bodyPr>
          <a:lstStyle>
            <a:lvl1pPr>
              <a:defRPr sz="4000">
                <a:solidFill>
                  <a:schemeClr val="bg1"/>
                </a:solidFill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headline here</a:t>
            </a:r>
          </a:p>
        </p:txBody>
      </p:sp>
    </p:spTree>
    <p:extLst>
      <p:ext uri="{BB962C8B-B14F-4D97-AF65-F5344CB8AC3E}">
        <p14:creationId xmlns:p14="http://schemas.microsoft.com/office/powerpoint/2010/main" val="34397618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ta Callout - Off-Whi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4FA8EC55-55DA-B007-0AF4-CE8B29372C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4000" y="1471782"/>
            <a:ext cx="7200900" cy="3251200"/>
          </a:xfrm>
        </p:spPr>
        <p:txBody>
          <a:bodyPr anchor="ctr">
            <a:noAutofit/>
          </a:bodyPr>
          <a:lstStyle>
            <a:lvl1pPr>
              <a:defRPr sz="19900"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25%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BE7B7-0BF1-2600-145E-35FF6E0D1CF5}"/>
              </a:ext>
            </a:extLst>
          </p:cNvPr>
          <p:cNvSpPr txBox="1"/>
          <p:nvPr userDrawn="1"/>
        </p:nvSpPr>
        <p:spPr>
          <a:xfrm>
            <a:off x="352940" y="6286500"/>
            <a:ext cx="435742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fld id="{996B5273-46EB-4870-A6B0-6E7F43CBD6D0}" type="slidenum">
              <a:rPr lang="en-US" sz="1200" smtClean="0">
                <a:solidFill>
                  <a:schemeClr val="tx1"/>
                </a:solidFill>
                <a:latin typeface="+mj-lt"/>
              </a:rPr>
              <a:pPr algn="l"/>
              <a:t>‹#›</a:t>
            </a:fld>
            <a:endParaRPr lang="en-US" sz="1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2FDCBF-29EF-3ADA-1F3C-EA2D3736D3D6}"/>
              </a:ext>
            </a:extLst>
          </p:cNvPr>
          <p:cNvSpPr txBox="1"/>
          <p:nvPr userDrawn="1"/>
        </p:nvSpPr>
        <p:spPr>
          <a:xfrm>
            <a:off x="1207304" y="6286500"/>
            <a:ext cx="3176437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dirty="0">
                <a:solidFill>
                  <a:schemeClr val="tx1"/>
                </a:solidFill>
                <a:latin typeface="APK Galeria Light" panose="020B0504040000000000" pitchFamily="34" charset="0"/>
              </a:rPr>
              <a:t>Confidential | ©2026 Sabre GLBL Inc. All rights reserved.</a:t>
            </a:r>
          </a:p>
        </p:txBody>
      </p:sp>
      <p:sp>
        <p:nvSpPr>
          <p:cNvPr id="8" name="Graphic 9">
            <a:extLst>
              <a:ext uri="{FF2B5EF4-FFF2-40B4-BE49-F238E27FC236}">
                <a16:creationId xmlns:a16="http://schemas.microsoft.com/office/drawing/2014/main" id="{F2D74F6D-FABD-52CD-F15F-C173FA3A362B}"/>
              </a:ext>
            </a:extLst>
          </p:cNvPr>
          <p:cNvSpPr/>
          <p:nvPr userDrawn="1"/>
        </p:nvSpPr>
        <p:spPr>
          <a:xfrm>
            <a:off x="11353800" y="266699"/>
            <a:ext cx="457200" cy="457166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rgbClr val="000000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Text Placeholder 16">
            <a:extLst>
              <a:ext uri="{FF2B5EF4-FFF2-40B4-BE49-F238E27FC236}">
                <a16:creationId xmlns:a16="http://schemas.microsoft.com/office/drawing/2014/main" id="{705D4967-1018-DC49-5F0D-385D334D78F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2555" y="4176116"/>
            <a:ext cx="7073900" cy="663802"/>
          </a:xfrm>
        </p:spPr>
        <p:txBody>
          <a:bodyPr anchor="ctr">
            <a:noAutofit/>
          </a:bodyPr>
          <a:lstStyle>
            <a:lvl1pPr>
              <a:defRPr sz="4000"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headline here</a:t>
            </a:r>
          </a:p>
        </p:txBody>
      </p:sp>
    </p:spTree>
    <p:extLst>
      <p:ext uri="{BB962C8B-B14F-4D97-AF65-F5344CB8AC3E}">
        <p14:creationId xmlns:p14="http://schemas.microsoft.com/office/powerpoint/2010/main" val="73045799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Data Callo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81317-9F05-4B15-B0D6-EDD0963662DA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2555" y="266699"/>
            <a:ext cx="10771632" cy="79284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Graphic 9">
            <a:extLst>
              <a:ext uri="{FF2B5EF4-FFF2-40B4-BE49-F238E27FC236}">
                <a16:creationId xmlns:a16="http://schemas.microsoft.com/office/drawing/2014/main" id="{3E2C4B40-F213-D439-0360-C4AF30A8E7E1}"/>
              </a:ext>
            </a:extLst>
          </p:cNvPr>
          <p:cNvSpPr/>
          <p:nvPr userDrawn="1"/>
        </p:nvSpPr>
        <p:spPr>
          <a:xfrm>
            <a:off x="11353800" y="266699"/>
            <a:ext cx="457200" cy="457166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rgbClr val="000000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8914FBE4-B0E2-98AC-CF48-A27F33861B18}"/>
              </a:ext>
            </a:extLst>
          </p:cNvPr>
          <p:cNvSpPr>
            <a:spLocks noGrp="1"/>
          </p:cNvSpPr>
          <p:nvPr userDrawn="1">
            <p:ph type="ftr" sz="quarter" idx="2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C1E5F8-960D-92B7-69CF-0980D25E6327}"/>
              </a:ext>
            </a:extLst>
          </p:cNvPr>
          <p:cNvSpPr/>
          <p:nvPr userDrawn="1"/>
        </p:nvSpPr>
        <p:spPr>
          <a:xfrm>
            <a:off x="381000" y="1567559"/>
            <a:ext cx="5524500" cy="4029075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F4C466-665F-5B7C-1F31-E80F7495BF99}"/>
              </a:ext>
            </a:extLst>
          </p:cNvPr>
          <p:cNvSpPr/>
          <p:nvPr userDrawn="1"/>
        </p:nvSpPr>
        <p:spPr>
          <a:xfrm>
            <a:off x="6286500" y="1567559"/>
            <a:ext cx="5524500" cy="4029075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EA229CB6-BE95-2BD3-9E3A-70AFF3E571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4678" y="2219137"/>
            <a:ext cx="4837144" cy="955568"/>
          </a:xfrm>
        </p:spPr>
        <p:txBody>
          <a:bodyPr anchor="ctr">
            <a:noAutofit/>
          </a:bodyPr>
          <a:lstStyle>
            <a:lvl1pPr>
              <a:defRPr sz="11500"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100%</a:t>
            </a:r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0A5697A-3713-C417-9F4F-8C73893D7B5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4678" y="3378292"/>
            <a:ext cx="4837144" cy="1811084"/>
          </a:xfrm>
        </p:spPr>
        <p:txBody>
          <a:bodyPr anchor="t">
            <a:noAutofit/>
          </a:bodyPr>
          <a:lstStyle>
            <a:lvl1pPr>
              <a:defRPr sz="2400"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headline here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9CCA608E-FE2E-B829-1512-45203ABDA13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630178" y="2219137"/>
            <a:ext cx="4837144" cy="955568"/>
          </a:xfrm>
        </p:spPr>
        <p:txBody>
          <a:bodyPr anchor="ctr">
            <a:noAutofit/>
          </a:bodyPr>
          <a:lstStyle>
            <a:lvl1pPr>
              <a:defRPr sz="11500"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100%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CDFDAFFA-19FF-1A02-E86C-AFC270D8DBB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30178" y="3378292"/>
            <a:ext cx="4837144" cy="1811084"/>
          </a:xfrm>
        </p:spPr>
        <p:txBody>
          <a:bodyPr anchor="t">
            <a:noAutofit/>
          </a:bodyPr>
          <a:lstStyle>
            <a:lvl1pPr>
              <a:defRPr sz="2400"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headline here</a:t>
            </a:r>
          </a:p>
        </p:txBody>
      </p:sp>
    </p:spTree>
    <p:extLst>
      <p:ext uri="{BB962C8B-B14F-4D97-AF65-F5344CB8AC3E}">
        <p14:creationId xmlns:p14="http://schemas.microsoft.com/office/powerpoint/2010/main" val="95623678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Data Callo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3E8BA43-8E84-3C0C-8424-E0D96BDD3390}"/>
              </a:ext>
            </a:extLst>
          </p:cNvPr>
          <p:cNvSpPr/>
          <p:nvPr userDrawn="1"/>
        </p:nvSpPr>
        <p:spPr>
          <a:xfrm>
            <a:off x="381000" y="1872359"/>
            <a:ext cx="3556935" cy="3461641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1C4153-9DA6-84CD-E9F5-D50529DD4C9E}"/>
              </a:ext>
            </a:extLst>
          </p:cNvPr>
          <p:cNvSpPr/>
          <p:nvPr userDrawn="1"/>
        </p:nvSpPr>
        <p:spPr>
          <a:xfrm>
            <a:off x="4317532" y="1872359"/>
            <a:ext cx="3556935" cy="3461641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460147E-734B-12EC-273B-BE0A7B74634E}"/>
              </a:ext>
            </a:extLst>
          </p:cNvPr>
          <p:cNvSpPr/>
          <p:nvPr userDrawn="1"/>
        </p:nvSpPr>
        <p:spPr>
          <a:xfrm>
            <a:off x="8254065" y="1872359"/>
            <a:ext cx="3556935" cy="3461641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E81317-9F05-4B15-B0D6-EDD0963662DA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2555" y="266699"/>
            <a:ext cx="10771632" cy="79284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Graphic 9">
            <a:extLst>
              <a:ext uri="{FF2B5EF4-FFF2-40B4-BE49-F238E27FC236}">
                <a16:creationId xmlns:a16="http://schemas.microsoft.com/office/drawing/2014/main" id="{3E2C4B40-F213-D439-0360-C4AF30A8E7E1}"/>
              </a:ext>
            </a:extLst>
          </p:cNvPr>
          <p:cNvSpPr/>
          <p:nvPr userDrawn="1"/>
        </p:nvSpPr>
        <p:spPr>
          <a:xfrm>
            <a:off x="11353800" y="266699"/>
            <a:ext cx="457200" cy="457166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rgbClr val="000000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8914FBE4-B0E2-98AC-CF48-A27F33861B18}"/>
              </a:ext>
            </a:extLst>
          </p:cNvPr>
          <p:cNvSpPr>
            <a:spLocks noGrp="1"/>
          </p:cNvSpPr>
          <p:nvPr userDrawn="1">
            <p:ph type="ftr" sz="quarter" idx="2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A4F78431-4D3D-72F6-3741-9DC98224FD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3418" y="2281339"/>
            <a:ext cx="2832099" cy="955568"/>
          </a:xfrm>
        </p:spPr>
        <p:txBody>
          <a:bodyPr anchor="ctr">
            <a:noAutofit/>
          </a:bodyPr>
          <a:lstStyle>
            <a:lvl1pPr>
              <a:defRPr sz="8000"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100%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61DDB1C9-FB0E-A0E7-5D53-91EADC28809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3418" y="3286279"/>
            <a:ext cx="2832099" cy="608860"/>
          </a:xfrm>
        </p:spPr>
        <p:txBody>
          <a:bodyPr anchor="t">
            <a:noAutofit/>
          </a:bodyPr>
          <a:lstStyle>
            <a:lvl1pPr>
              <a:defRPr sz="1800"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headline here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4E554F9E-3891-84EE-DED0-52FC9FF0353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679950" y="2281339"/>
            <a:ext cx="2832099" cy="955568"/>
          </a:xfrm>
        </p:spPr>
        <p:txBody>
          <a:bodyPr anchor="ctr">
            <a:noAutofit/>
          </a:bodyPr>
          <a:lstStyle>
            <a:lvl1pPr>
              <a:defRPr sz="8000"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100%</a:t>
            </a:r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A57368BD-A8C6-B9E2-6472-5E4A99F115B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679950" y="3286279"/>
            <a:ext cx="2832099" cy="608860"/>
          </a:xfrm>
        </p:spPr>
        <p:txBody>
          <a:bodyPr anchor="t">
            <a:noAutofit/>
          </a:bodyPr>
          <a:lstStyle>
            <a:lvl1pPr>
              <a:defRPr sz="1800"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headline here</a:t>
            </a:r>
          </a:p>
        </p:txBody>
      </p:sp>
      <p:sp>
        <p:nvSpPr>
          <p:cNvPr id="31" name="Text Placeholder 16">
            <a:extLst>
              <a:ext uri="{FF2B5EF4-FFF2-40B4-BE49-F238E27FC236}">
                <a16:creationId xmlns:a16="http://schemas.microsoft.com/office/drawing/2014/main" id="{11E2B415-D160-D6E2-E57B-8B2994A953D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16483" y="2281339"/>
            <a:ext cx="2832099" cy="955568"/>
          </a:xfrm>
        </p:spPr>
        <p:txBody>
          <a:bodyPr anchor="ctr">
            <a:noAutofit/>
          </a:bodyPr>
          <a:lstStyle>
            <a:lvl1pPr>
              <a:defRPr sz="8000"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100%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072FA613-69BE-4104-3479-303D28C4F6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616483" y="3286279"/>
            <a:ext cx="2832099" cy="608860"/>
          </a:xfrm>
        </p:spPr>
        <p:txBody>
          <a:bodyPr anchor="t">
            <a:noAutofit/>
          </a:bodyPr>
          <a:lstStyle>
            <a:lvl1pPr>
              <a:defRPr sz="1800"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headline here</a:t>
            </a:r>
          </a:p>
        </p:txBody>
      </p:sp>
    </p:spTree>
    <p:extLst>
      <p:ext uri="{BB962C8B-B14F-4D97-AF65-F5344CB8AC3E}">
        <p14:creationId xmlns:p14="http://schemas.microsoft.com/office/powerpoint/2010/main" val="115046871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Data Callo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3E6C47B8-99B8-DC71-AB85-0AF0073F3888}"/>
              </a:ext>
            </a:extLst>
          </p:cNvPr>
          <p:cNvGrpSpPr/>
          <p:nvPr userDrawn="1"/>
        </p:nvGrpSpPr>
        <p:grpSpPr>
          <a:xfrm>
            <a:off x="380999" y="1233661"/>
            <a:ext cx="11430002" cy="4514887"/>
            <a:chOff x="380999" y="1567560"/>
            <a:chExt cx="11430002" cy="418098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185DDB3-655E-D201-E637-F55588DD271A}"/>
                </a:ext>
              </a:extLst>
            </p:cNvPr>
            <p:cNvSpPr/>
            <p:nvPr userDrawn="1"/>
          </p:nvSpPr>
          <p:spPr>
            <a:xfrm>
              <a:off x="380999" y="1567560"/>
              <a:ext cx="5619751" cy="1991858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6DDA6BF-877C-C46D-84A9-B658F239B6DF}"/>
                </a:ext>
              </a:extLst>
            </p:cNvPr>
            <p:cNvSpPr/>
            <p:nvPr userDrawn="1"/>
          </p:nvSpPr>
          <p:spPr>
            <a:xfrm>
              <a:off x="380999" y="3756690"/>
              <a:ext cx="5619751" cy="1991858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07D7464-DF4A-8C65-9993-B3788F099790}"/>
                </a:ext>
              </a:extLst>
            </p:cNvPr>
            <p:cNvSpPr/>
            <p:nvPr userDrawn="1"/>
          </p:nvSpPr>
          <p:spPr>
            <a:xfrm>
              <a:off x="6191250" y="1567560"/>
              <a:ext cx="5619751" cy="1991858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EDA231E-918E-4988-E284-FFC056A6C5DD}"/>
                </a:ext>
              </a:extLst>
            </p:cNvPr>
            <p:cNvSpPr/>
            <p:nvPr userDrawn="1"/>
          </p:nvSpPr>
          <p:spPr>
            <a:xfrm>
              <a:off x="6191250" y="3756690"/>
              <a:ext cx="5619751" cy="1991858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4E81317-9F05-4B15-B0D6-EDD0963662DA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2555" y="266699"/>
            <a:ext cx="10771632" cy="79284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Graphic 9">
            <a:extLst>
              <a:ext uri="{FF2B5EF4-FFF2-40B4-BE49-F238E27FC236}">
                <a16:creationId xmlns:a16="http://schemas.microsoft.com/office/drawing/2014/main" id="{3E2C4B40-F213-D439-0360-C4AF30A8E7E1}"/>
              </a:ext>
            </a:extLst>
          </p:cNvPr>
          <p:cNvSpPr/>
          <p:nvPr userDrawn="1"/>
        </p:nvSpPr>
        <p:spPr>
          <a:xfrm>
            <a:off x="11353800" y="266699"/>
            <a:ext cx="457200" cy="457166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rgbClr val="000000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8914FBE4-B0E2-98AC-CF48-A27F33861B18}"/>
              </a:ext>
            </a:extLst>
          </p:cNvPr>
          <p:cNvSpPr>
            <a:spLocks noGrp="1"/>
          </p:cNvSpPr>
          <p:nvPr userDrawn="1">
            <p:ph type="ftr" sz="quarter" idx="2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A4F78431-4D3D-72F6-3741-9DC98224FD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3901" y="1545778"/>
            <a:ext cx="4924424" cy="955568"/>
          </a:xfrm>
        </p:spPr>
        <p:txBody>
          <a:bodyPr anchor="ctr">
            <a:noAutofit/>
          </a:bodyPr>
          <a:lstStyle>
            <a:lvl1pPr>
              <a:defRPr sz="7200"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100%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61DDB1C9-FB0E-A0E7-5D53-91EADC28809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3901" y="2501346"/>
            <a:ext cx="4924424" cy="608860"/>
          </a:xfrm>
        </p:spPr>
        <p:txBody>
          <a:bodyPr anchor="t">
            <a:noAutofit/>
          </a:bodyPr>
          <a:lstStyle>
            <a:lvl1pPr>
              <a:defRPr sz="1800"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headline here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9C4BD5F-534D-CBF3-981F-9DDEC506432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43676" y="1545778"/>
            <a:ext cx="4924424" cy="955568"/>
          </a:xfrm>
        </p:spPr>
        <p:txBody>
          <a:bodyPr anchor="ctr">
            <a:noAutofit/>
          </a:bodyPr>
          <a:lstStyle>
            <a:lvl1pPr>
              <a:defRPr sz="7200"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100%</a:t>
            </a:r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F29E07B4-EBFC-5845-0DB6-1BC7AFD782B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543676" y="2501346"/>
            <a:ext cx="4924424" cy="608860"/>
          </a:xfrm>
        </p:spPr>
        <p:txBody>
          <a:bodyPr anchor="t">
            <a:noAutofit/>
          </a:bodyPr>
          <a:lstStyle>
            <a:lvl1pPr>
              <a:defRPr sz="1800"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headline here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6FDFC36D-6363-259E-0AC8-8675C4E6F3D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23901" y="3905681"/>
            <a:ext cx="4924424" cy="955568"/>
          </a:xfrm>
        </p:spPr>
        <p:txBody>
          <a:bodyPr anchor="ctr">
            <a:noAutofit/>
          </a:bodyPr>
          <a:lstStyle>
            <a:lvl1pPr>
              <a:defRPr sz="7200"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100%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105A1BD4-860D-E5D0-D865-C821A0107D6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23901" y="4861249"/>
            <a:ext cx="4924424" cy="608860"/>
          </a:xfrm>
        </p:spPr>
        <p:txBody>
          <a:bodyPr anchor="t">
            <a:noAutofit/>
          </a:bodyPr>
          <a:lstStyle>
            <a:lvl1pPr>
              <a:defRPr sz="1800"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headline here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841097AB-7991-37A6-BB59-B7C5ACD3D81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543676" y="3905681"/>
            <a:ext cx="4924424" cy="955568"/>
          </a:xfrm>
        </p:spPr>
        <p:txBody>
          <a:bodyPr anchor="ctr">
            <a:noAutofit/>
          </a:bodyPr>
          <a:lstStyle>
            <a:lvl1pPr>
              <a:defRPr sz="7200"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100%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D3153040-E7AF-9B91-0544-550A58148FB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43676" y="4861249"/>
            <a:ext cx="4924424" cy="608860"/>
          </a:xfrm>
        </p:spPr>
        <p:txBody>
          <a:bodyPr anchor="t">
            <a:noAutofit/>
          </a:bodyPr>
          <a:lstStyle>
            <a:lvl1pPr>
              <a:defRPr sz="1800"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headline here</a:t>
            </a:r>
          </a:p>
        </p:txBody>
      </p:sp>
    </p:spTree>
    <p:extLst>
      <p:ext uri="{BB962C8B-B14F-4D97-AF65-F5344CB8AC3E}">
        <p14:creationId xmlns:p14="http://schemas.microsoft.com/office/powerpoint/2010/main" val="167488733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Char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81317-9F05-4B15-B0D6-EDD096366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2555" y="2209004"/>
            <a:ext cx="5319745" cy="121999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95B46DC2-AB16-5FFC-3CF5-D5CD4E297E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2551" y="3643398"/>
            <a:ext cx="5319744" cy="686821"/>
          </a:xfrm>
        </p:spPr>
        <p:txBody>
          <a:bodyPr/>
          <a:lstStyle>
            <a:lvl1pPr>
              <a:defRPr sz="1800">
                <a:latin typeface="+mn-lt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sub-headline here</a:t>
            </a:r>
          </a:p>
        </p:txBody>
      </p:sp>
      <p:sp>
        <p:nvSpPr>
          <p:cNvPr id="3" name="Graphic 9">
            <a:extLst>
              <a:ext uri="{FF2B5EF4-FFF2-40B4-BE49-F238E27FC236}">
                <a16:creationId xmlns:a16="http://schemas.microsoft.com/office/drawing/2014/main" id="{F9D3FF23-8E8F-8A59-7D53-78235DDACEA4}"/>
              </a:ext>
            </a:extLst>
          </p:cNvPr>
          <p:cNvSpPr/>
          <p:nvPr userDrawn="1"/>
        </p:nvSpPr>
        <p:spPr>
          <a:xfrm>
            <a:off x="11353800" y="266699"/>
            <a:ext cx="457200" cy="457166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rgbClr val="000000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73ED9257-DB72-3A6B-B250-6AE071ECE13C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096000" y="1219200"/>
            <a:ext cx="5715000" cy="4914900"/>
          </a:xfrm>
        </p:spPr>
        <p:txBody>
          <a:bodyPr/>
          <a:lstStyle/>
          <a:p>
            <a:r>
              <a:rPr lang="en-GB"/>
              <a:t>Click icon to add chart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411031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81317-9F05-4B15-B0D6-EDD09636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56" y="266699"/>
            <a:ext cx="10771632" cy="792843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38B152-687F-6280-787B-83F96812C91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82588" y="1975547"/>
            <a:ext cx="11426825" cy="36258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Graphic 9">
            <a:extLst>
              <a:ext uri="{FF2B5EF4-FFF2-40B4-BE49-F238E27FC236}">
                <a16:creationId xmlns:a16="http://schemas.microsoft.com/office/drawing/2014/main" id="{03EA8785-62B1-D876-97A3-6CCA70372701}"/>
              </a:ext>
            </a:extLst>
          </p:cNvPr>
          <p:cNvSpPr/>
          <p:nvPr userDrawn="1"/>
        </p:nvSpPr>
        <p:spPr>
          <a:xfrm>
            <a:off x="11353800" y="266699"/>
            <a:ext cx="457200" cy="457166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rgbClr val="000000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A87A13A8-3AFB-809A-D804-33703AD101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2551" y="5768975"/>
            <a:ext cx="1142689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142754"/>
      </p:ext>
    </p:extLst>
  </p:cSld>
  <p:clrMapOvr>
    <a:masterClrMapping/>
  </p:clrMapOvr>
  <p:hf sldNum="0" hd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hart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81317-9F05-4B15-B0D6-EDD09636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56" y="266699"/>
            <a:ext cx="10771632" cy="792843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0E0989F-6C1C-3EE0-A43B-D5A5CA2658A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2555" y="2544780"/>
            <a:ext cx="11428445" cy="305661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23AF999-9185-417B-D315-E65FB6BF94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2555" y="1966477"/>
            <a:ext cx="11428445" cy="339725"/>
          </a:xfrm>
        </p:spPr>
        <p:txBody>
          <a:bodyPr/>
          <a:lstStyle>
            <a:lvl1pPr>
              <a:defRPr sz="2000"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sub-headline here</a:t>
            </a:r>
          </a:p>
        </p:txBody>
      </p:sp>
      <p:sp>
        <p:nvSpPr>
          <p:cNvPr id="4" name="Graphic 9">
            <a:extLst>
              <a:ext uri="{FF2B5EF4-FFF2-40B4-BE49-F238E27FC236}">
                <a16:creationId xmlns:a16="http://schemas.microsoft.com/office/drawing/2014/main" id="{649A7FC8-39BA-F1A0-1830-16A4B96A2C96}"/>
              </a:ext>
            </a:extLst>
          </p:cNvPr>
          <p:cNvSpPr/>
          <p:nvPr userDrawn="1"/>
        </p:nvSpPr>
        <p:spPr>
          <a:xfrm>
            <a:off x="11353800" y="266699"/>
            <a:ext cx="457200" cy="457166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rgbClr val="000000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211F6CC7-443F-F085-2049-71BCBBA58A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2551" y="5768975"/>
            <a:ext cx="1142689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7435465"/>
      </p:ext>
    </p:extLst>
  </p:cSld>
  <p:clrMapOvr>
    <a:masterClrMapping/>
  </p:clrMapOvr>
  <p:hf sldNum="0" hd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har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81317-9F05-4B15-B0D6-EDD09636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56" y="788097"/>
            <a:ext cx="4218473" cy="2039503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0E0989F-6C1C-3EE0-A43B-D5A5CA2658A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38057" y="788097"/>
            <a:ext cx="6672943" cy="534600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23AF999-9185-417B-D315-E65FB6BF94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3059410"/>
            <a:ext cx="4218473" cy="636290"/>
          </a:xfrm>
        </p:spPr>
        <p:txBody>
          <a:bodyPr/>
          <a:lstStyle>
            <a:lvl1pPr>
              <a:defRPr sz="2000"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sub-headline here</a:t>
            </a:r>
          </a:p>
        </p:txBody>
      </p:sp>
      <p:sp>
        <p:nvSpPr>
          <p:cNvPr id="4" name="Graphic 9">
            <a:extLst>
              <a:ext uri="{FF2B5EF4-FFF2-40B4-BE49-F238E27FC236}">
                <a16:creationId xmlns:a16="http://schemas.microsoft.com/office/drawing/2014/main" id="{649A7FC8-39BA-F1A0-1830-16A4B96A2C96}"/>
              </a:ext>
            </a:extLst>
          </p:cNvPr>
          <p:cNvSpPr/>
          <p:nvPr userDrawn="1"/>
        </p:nvSpPr>
        <p:spPr>
          <a:xfrm>
            <a:off x="11353800" y="266699"/>
            <a:ext cx="457200" cy="457166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rgbClr val="000000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211F6CC7-443F-F085-2049-71BCBBA58A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2551" y="5768975"/>
            <a:ext cx="4218473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56771"/>
      </p:ext>
    </p:extLst>
  </p:cSld>
  <p:clrMapOvr>
    <a:masterClrMapping/>
  </p:clrMapOvr>
  <p:hf sldNum="0" hd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har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630CBE-F128-FC15-FB4F-DEF21ED8509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B0976E79-A39C-43EF-C7E5-AF529473B4C5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382588" y="1219200"/>
            <a:ext cx="5365063" cy="4362450"/>
          </a:xfrm>
        </p:spPr>
        <p:txBody>
          <a:bodyPr/>
          <a:lstStyle/>
          <a:p>
            <a:r>
              <a:rPr lang="en-GB"/>
              <a:t>Click icon to add chart</a:t>
            </a:r>
            <a:endParaRPr lang="en-US"/>
          </a:p>
        </p:txBody>
      </p:sp>
      <p:sp>
        <p:nvSpPr>
          <p:cNvPr id="7" name="Chart Placeholder 4">
            <a:extLst>
              <a:ext uri="{FF2B5EF4-FFF2-40B4-BE49-F238E27FC236}">
                <a16:creationId xmlns:a16="http://schemas.microsoft.com/office/drawing/2014/main" id="{26AF69A4-4951-B347-02BE-702E6375A0B2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6444351" y="1219200"/>
            <a:ext cx="5365094" cy="4362450"/>
          </a:xfrm>
        </p:spPr>
        <p:txBody>
          <a:bodyPr/>
          <a:lstStyle/>
          <a:p>
            <a:r>
              <a:rPr lang="en-GB"/>
              <a:t>Click icon to add chart</a:t>
            </a:r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C93A7AD-3BA6-AF45-EEFC-DEEAD388D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55" y="266699"/>
            <a:ext cx="10771632" cy="79284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Graphic 9">
            <a:extLst>
              <a:ext uri="{FF2B5EF4-FFF2-40B4-BE49-F238E27FC236}">
                <a16:creationId xmlns:a16="http://schemas.microsoft.com/office/drawing/2014/main" id="{265163D4-612F-B029-4549-72E6802AAAF2}"/>
              </a:ext>
            </a:extLst>
          </p:cNvPr>
          <p:cNvSpPr/>
          <p:nvPr userDrawn="1"/>
        </p:nvSpPr>
        <p:spPr>
          <a:xfrm>
            <a:off x="11353800" y="266699"/>
            <a:ext cx="457200" cy="457166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rgbClr val="000000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5208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har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630CBE-F128-FC15-FB4F-DEF21ED8509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B0976E79-A39C-43EF-C7E5-AF529473B4C5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382588" y="1219200"/>
            <a:ext cx="3555344" cy="4362450"/>
          </a:xfrm>
        </p:spPr>
        <p:txBody>
          <a:bodyPr/>
          <a:lstStyle/>
          <a:p>
            <a:r>
              <a:rPr lang="en-GB"/>
              <a:t>Click icon to add chart</a:t>
            </a:r>
            <a:endParaRPr lang="en-US"/>
          </a:p>
        </p:txBody>
      </p:sp>
      <p:sp>
        <p:nvSpPr>
          <p:cNvPr id="9" name="Chart Placeholder 4">
            <a:extLst>
              <a:ext uri="{FF2B5EF4-FFF2-40B4-BE49-F238E27FC236}">
                <a16:creationId xmlns:a16="http://schemas.microsoft.com/office/drawing/2014/main" id="{7D0F3A07-0C62-7B5E-20D6-F0EF0DA42A2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4318344" y="1219200"/>
            <a:ext cx="3555344" cy="4362450"/>
          </a:xfrm>
        </p:spPr>
        <p:txBody>
          <a:bodyPr/>
          <a:lstStyle/>
          <a:p>
            <a:r>
              <a:rPr lang="en-GB"/>
              <a:t>Click icon to add chart</a:t>
            </a:r>
            <a:endParaRPr lang="en-US"/>
          </a:p>
        </p:txBody>
      </p:sp>
      <p:sp>
        <p:nvSpPr>
          <p:cNvPr id="10" name="Chart Placeholder 4">
            <a:extLst>
              <a:ext uri="{FF2B5EF4-FFF2-40B4-BE49-F238E27FC236}">
                <a16:creationId xmlns:a16="http://schemas.microsoft.com/office/drawing/2014/main" id="{508CA925-8533-F620-D0E4-8A3B58122F6B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8254101" y="1219200"/>
            <a:ext cx="3555344" cy="4362450"/>
          </a:xfrm>
        </p:spPr>
        <p:txBody>
          <a:bodyPr/>
          <a:lstStyle/>
          <a:p>
            <a:r>
              <a:rPr lang="en-GB"/>
              <a:t>Click icon to add chart</a:t>
            </a:r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246F9BC-CCC8-B14E-CFA5-3770771FF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55" y="266699"/>
            <a:ext cx="10771632" cy="79284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Graphic 9">
            <a:extLst>
              <a:ext uri="{FF2B5EF4-FFF2-40B4-BE49-F238E27FC236}">
                <a16:creationId xmlns:a16="http://schemas.microsoft.com/office/drawing/2014/main" id="{EF630757-2448-FB9D-D1E8-77CB09503D84}"/>
              </a:ext>
            </a:extLst>
          </p:cNvPr>
          <p:cNvSpPr/>
          <p:nvPr userDrawn="1"/>
        </p:nvSpPr>
        <p:spPr>
          <a:xfrm>
            <a:off x="11353800" y="266699"/>
            <a:ext cx="457200" cy="457166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rgbClr val="000000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15235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har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630CBE-F128-FC15-FB4F-DEF21ED8509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B0976E79-A39C-43EF-C7E5-AF529473B4C5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382588" y="1219200"/>
            <a:ext cx="5618162" cy="2074730"/>
          </a:xfrm>
        </p:spPr>
        <p:txBody>
          <a:bodyPr/>
          <a:lstStyle/>
          <a:p>
            <a:r>
              <a:rPr lang="en-GB"/>
              <a:t>Click icon to add chart</a:t>
            </a:r>
            <a:endParaRPr lang="en-US"/>
          </a:p>
        </p:txBody>
      </p:sp>
      <p:sp>
        <p:nvSpPr>
          <p:cNvPr id="12" name="Chart Placeholder 4">
            <a:extLst>
              <a:ext uri="{FF2B5EF4-FFF2-40B4-BE49-F238E27FC236}">
                <a16:creationId xmlns:a16="http://schemas.microsoft.com/office/drawing/2014/main" id="{93780BB1-1B51-777D-3A67-4437108A3312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382588" y="3506920"/>
            <a:ext cx="5618162" cy="2074730"/>
          </a:xfrm>
        </p:spPr>
        <p:txBody>
          <a:bodyPr/>
          <a:lstStyle/>
          <a:p>
            <a:r>
              <a:rPr lang="en-GB"/>
              <a:t>Click icon to add chart</a:t>
            </a:r>
            <a:endParaRPr lang="en-US"/>
          </a:p>
        </p:txBody>
      </p:sp>
      <p:sp>
        <p:nvSpPr>
          <p:cNvPr id="13" name="Chart Placeholder 4">
            <a:extLst>
              <a:ext uri="{FF2B5EF4-FFF2-40B4-BE49-F238E27FC236}">
                <a16:creationId xmlns:a16="http://schemas.microsoft.com/office/drawing/2014/main" id="{97A51CED-55F7-41FC-FEBF-C52C2C7FC2D4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192838" y="1219200"/>
            <a:ext cx="5618162" cy="2074730"/>
          </a:xfrm>
        </p:spPr>
        <p:txBody>
          <a:bodyPr/>
          <a:lstStyle/>
          <a:p>
            <a:r>
              <a:rPr lang="en-GB"/>
              <a:t>Click icon to add chart</a:t>
            </a:r>
            <a:endParaRPr lang="en-US"/>
          </a:p>
        </p:txBody>
      </p:sp>
      <p:sp>
        <p:nvSpPr>
          <p:cNvPr id="14" name="Chart Placeholder 4">
            <a:extLst>
              <a:ext uri="{FF2B5EF4-FFF2-40B4-BE49-F238E27FC236}">
                <a16:creationId xmlns:a16="http://schemas.microsoft.com/office/drawing/2014/main" id="{B4A8FD96-9940-1F78-AB9B-2F836C699099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6192838" y="3506920"/>
            <a:ext cx="5618162" cy="2074730"/>
          </a:xfrm>
        </p:spPr>
        <p:txBody>
          <a:bodyPr/>
          <a:lstStyle/>
          <a:p>
            <a:r>
              <a:rPr lang="en-GB"/>
              <a:t>Click icon to add chart</a:t>
            </a:r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63204C91-056F-00B0-B9D8-909560C6C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55" y="266699"/>
            <a:ext cx="10771632" cy="79284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Graphic 9">
            <a:extLst>
              <a:ext uri="{FF2B5EF4-FFF2-40B4-BE49-F238E27FC236}">
                <a16:creationId xmlns:a16="http://schemas.microsoft.com/office/drawing/2014/main" id="{60AFBAF5-7CD4-7256-323E-BBFEBE77ECB8}"/>
              </a:ext>
            </a:extLst>
          </p:cNvPr>
          <p:cNvSpPr/>
          <p:nvPr userDrawn="1"/>
        </p:nvSpPr>
        <p:spPr>
          <a:xfrm>
            <a:off x="11353800" y="266699"/>
            <a:ext cx="457200" cy="457166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rgbClr val="000000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64098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Terracott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3C780-8B89-9BB3-D5E0-72FBF6494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55" y="266699"/>
            <a:ext cx="10488645" cy="79284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5D07A2-8C16-05CF-AB2D-69A7DE44332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C24E25-9626-E170-47DF-9F93E9509C04}"/>
              </a:ext>
            </a:extLst>
          </p:cNvPr>
          <p:cNvCxnSpPr/>
          <p:nvPr userDrawn="1"/>
        </p:nvCxnSpPr>
        <p:spPr>
          <a:xfrm>
            <a:off x="0" y="3542731"/>
            <a:ext cx="1219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EEAD723D-1E40-DAC8-40EE-2FDAE517C0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9112" y="1824932"/>
            <a:ext cx="2006600" cy="325681"/>
          </a:xfrm>
        </p:spPr>
        <p:txBody>
          <a:bodyPr anchor="b"/>
          <a:lstStyle>
            <a:lvl1pPr>
              <a:defRPr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B4977880-D367-5F7B-8CBC-B37E545B5C3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9112" y="2208460"/>
            <a:ext cx="2006600" cy="1101153"/>
          </a:xfrm>
        </p:spPr>
        <p:txBody>
          <a:bodyPr>
            <a:normAutofit/>
          </a:bodyPr>
          <a:lstStyle>
            <a:lvl1pPr algn="l">
              <a:defRPr sz="1400">
                <a:latin typeface="+mn-lt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content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06DC737-6715-995B-ECCC-712675779EB2}"/>
              </a:ext>
            </a:extLst>
          </p:cNvPr>
          <p:cNvCxnSpPr>
            <a:cxnSpLocks/>
          </p:cNvCxnSpPr>
          <p:nvPr userDrawn="1"/>
        </p:nvCxnSpPr>
        <p:spPr>
          <a:xfrm flipV="1">
            <a:off x="382553" y="1824932"/>
            <a:ext cx="0" cy="1717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F350578B-E9B6-3F69-77CA-60FDCFF7D5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64192" y="1824932"/>
            <a:ext cx="2006600" cy="325681"/>
          </a:xfrm>
        </p:spPr>
        <p:txBody>
          <a:bodyPr anchor="b"/>
          <a:lstStyle>
            <a:lvl1pPr>
              <a:defRPr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FAEF97D0-4D1F-F70B-5158-EF860FD55D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064192" y="2208460"/>
            <a:ext cx="2006600" cy="1101153"/>
          </a:xfrm>
        </p:spPr>
        <p:txBody>
          <a:bodyPr>
            <a:normAutofit/>
          </a:bodyPr>
          <a:lstStyle>
            <a:lvl1pPr algn="l">
              <a:defRPr sz="1400">
                <a:latin typeface="+mn-lt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content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7F213AB-E3B0-2C7D-A310-89658F1A2253}"/>
              </a:ext>
            </a:extLst>
          </p:cNvPr>
          <p:cNvCxnSpPr>
            <a:cxnSpLocks/>
          </p:cNvCxnSpPr>
          <p:nvPr userDrawn="1"/>
        </p:nvCxnSpPr>
        <p:spPr>
          <a:xfrm flipV="1">
            <a:off x="2927633" y="1824932"/>
            <a:ext cx="0" cy="1717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A10F4ED-8A3E-9B0C-1718-AAFE3EA3845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09272" y="1824932"/>
            <a:ext cx="2006600" cy="325681"/>
          </a:xfrm>
        </p:spPr>
        <p:txBody>
          <a:bodyPr anchor="b"/>
          <a:lstStyle>
            <a:lvl1pPr>
              <a:defRPr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01376191-24F2-3726-AD00-11F3A33CC0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09272" y="2208460"/>
            <a:ext cx="2006600" cy="1101153"/>
          </a:xfrm>
        </p:spPr>
        <p:txBody>
          <a:bodyPr>
            <a:normAutofit/>
          </a:bodyPr>
          <a:lstStyle>
            <a:lvl1pPr algn="l">
              <a:defRPr sz="1400">
                <a:latin typeface="+mn-lt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content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68474D2-5C0D-B777-B05B-C0A7546A5EA2}"/>
              </a:ext>
            </a:extLst>
          </p:cNvPr>
          <p:cNvCxnSpPr>
            <a:cxnSpLocks/>
          </p:cNvCxnSpPr>
          <p:nvPr userDrawn="1"/>
        </p:nvCxnSpPr>
        <p:spPr>
          <a:xfrm flipV="1">
            <a:off x="5472713" y="1824932"/>
            <a:ext cx="0" cy="1717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25BC9D35-8DF2-C12B-B3A4-9306B36686C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54352" y="1824932"/>
            <a:ext cx="2006600" cy="325681"/>
          </a:xfrm>
        </p:spPr>
        <p:txBody>
          <a:bodyPr anchor="b"/>
          <a:lstStyle>
            <a:lvl1pPr>
              <a:defRPr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E8634522-ACA4-D4EF-5BED-50BB9659E4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54352" y="2208460"/>
            <a:ext cx="2006600" cy="1101153"/>
          </a:xfrm>
        </p:spPr>
        <p:txBody>
          <a:bodyPr>
            <a:normAutofit/>
          </a:bodyPr>
          <a:lstStyle>
            <a:lvl1pPr algn="l">
              <a:defRPr sz="1400">
                <a:latin typeface="+mn-lt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content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3E61201-A2CC-E9DD-E47C-1050D6005538}"/>
              </a:ext>
            </a:extLst>
          </p:cNvPr>
          <p:cNvCxnSpPr>
            <a:cxnSpLocks/>
          </p:cNvCxnSpPr>
          <p:nvPr userDrawn="1"/>
        </p:nvCxnSpPr>
        <p:spPr>
          <a:xfrm flipV="1">
            <a:off x="8017793" y="1824932"/>
            <a:ext cx="0" cy="1717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859F54E5-ACA6-0F65-8722-D2B6A4C3F96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744644" y="3775850"/>
            <a:ext cx="2006600" cy="325681"/>
          </a:xfrm>
        </p:spPr>
        <p:txBody>
          <a:bodyPr anchor="b"/>
          <a:lstStyle>
            <a:lvl1pPr>
              <a:defRPr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0973DB27-9313-7E6E-0803-5A853557F56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44644" y="4159378"/>
            <a:ext cx="2006600" cy="1101153"/>
          </a:xfrm>
        </p:spPr>
        <p:txBody>
          <a:bodyPr>
            <a:normAutofit/>
          </a:bodyPr>
          <a:lstStyle>
            <a:lvl1pPr algn="l">
              <a:defRPr sz="1400">
                <a:latin typeface="+mn-lt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content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941610C-76F8-8D86-1849-9929AE2CFB5E}"/>
              </a:ext>
            </a:extLst>
          </p:cNvPr>
          <p:cNvCxnSpPr>
            <a:cxnSpLocks/>
          </p:cNvCxnSpPr>
          <p:nvPr userDrawn="1"/>
        </p:nvCxnSpPr>
        <p:spPr>
          <a:xfrm flipV="1">
            <a:off x="1608085" y="3542731"/>
            <a:ext cx="0" cy="1717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71AD960A-B1BD-8BEB-7146-E032FC85539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89724" y="3775850"/>
            <a:ext cx="2006600" cy="325681"/>
          </a:xfrm>
        </p:spPr>
        <p:txBody>
          <a:bodyPr anchor="b"/>
          <a:lstStyle>
            <a:lvl1pPr>
              <a:defRPr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0FC72425-3EDD-417E-081E-99EED29716E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89724" y="4159378"/>
            <a:ext cx="2006600" cy="1101153"/>
          </a:xfrm>
        </p:spPr>
        <p:txBody>
          <a:bodyPr>
            <a:normAutofit/>
          </a:bodyPr>
          <a:lstStyle>
            <a:lvl1pPr algn="l">
              <a:defRPr sz="1400">
                <a:latin typeface="+mn-lt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content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F77F9D5-6FBD-6AD1-6414-BF443CF89D06}"/>
              </a:ext>
            </a:extLst>
          </p:cNvPr>
          <p:cNvCxnSpPr>
            <a:cxnSpLocks/>
          </p:cNvCxnSpPr>
          <p:nvPr userDrawn="1"/>
        </p:nvCxnSpPr>
        <p:spPr>
          <a:xfrm flipV="1">
            <a:off x="4153165" y="3542731"/>
            <a:ext cx="0" cy="1717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16">
            <a:extLst>
              <a:ext uri="{FF2B5EF4-FFF2-40B4-BE49-F238E27FC236}">
                <a16:creationId xmlns:a16="http://schemas.microsoft.com/office/drawing/2014/main" id="{C305FD44-3151-5238-47E5-4BCB5163CE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34804" y="3775850"/>
            <a:ext cx="2006600" cy="325681"/>
          </a:xfrm>
        </p:spPr>
        <p:txBody>
          <a:bodyPr anchor="b"/>
          <a:lstStyle>
            <a:lvl1pPr>
              <a:defRPr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DF03A570-9DEE-2F55-812C-5B2DA7EB719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34804" y="4159378"/>
            <a:ext cx="2006600" cy="1101153"/>
          </a:xfrm>
        </p:spPr>
        <p:txBody>
          <a:bodyPr>
            <a:normAutofit/>
          </a:bodyPr>
          <a:lstStyle>
            <a:lvl1pPr algn="l">
              <a:defRPr sz="1400">
                <a:latin typeface="+mn-lt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content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7FC1487-CB29-6C29-F3CB-C4927759C20C}"/>
              </a:ext>
            </a:extLst>
          </p:cNvPr>
          <p:cNvCxnSpPr>
            <a:cxnSpLocks/>
          </p:cNvCxnSpPr>
          <p:nvPr userDrawn="1"/>
        </p:nvCxnSpPr>
        <p:spPr>
          <a:xfrm flipV="1">
            <a:off x="6698245" y="3542731"/>
            <a:ext cx="0" cy="1717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Placeholder 16">
            <a:extLst>
              <a:ext uri="{FF2B5EF4-FFF2-40B4-BE49-F238E27FC236}">
                <a16:creationId xmlns:a16="http://schemas.microsoft.com/office/drawing/2014/main" id="{A2FD2FF5-D168-57E1-143C-E77C021E32C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379884" y="3775850"/>
            <a:ext cx="2006600" cy="325681"/>
          </a:xfrm>
        </p:spPr>
        <p:txBody>
          <a:bodyPr anchor="b"/>
          <a:lstStyle>
            <a:lvl1pPr>
              <a:defRPr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6792FB8A-807D-97B4-5AA8-F55F740DD19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379884" y="4159378"/>
            <a:ext cx="2006600" cy="1101153"/>
          </a:xfrm>
        </p:spPr>
        <p:txBody>
          <a:bodyPr>
            <a:normAutofit/>
          </a:bodyPr>
          <a:lstStyle>
            <a:lvl1pPr algn="l">
              <a:defRPr sz="1400">
                <a:latin typeface="+mn-lt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content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0759858-8C21-B9F5-4FEC-1B3E4930D713}"/>
              </a:ext>
            </a:extLst>
          </p:cNvPr>
          <p:cNvCxnSpPr>
            <a:cxnSpLocks/>
          </p:cNvCxnSpPr>
          <p:nvPr userDrawn="1"/>
        </p:nvCxnSpPr>
        <p:spPr>
          <a:xfrm flipV="1">
            <a:off x="9243325" y="3542731"/>
            <a:ext cx="0" cy="1717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Graphic 9">
            <a:extLst>
              <a:ext uri="{FF2B5EF4-FFF2-40B4-BE49-F238E27FC236}">
                <a16:creationId xmlns:a16="http://schemas.microsoft.com/office/drawing/2014/main" id="{955FD2A7-6CF3-769C-E6E4-E2EBBB0A3EE0}"/>
              </a:ext>
            </a:extLst>
          </p:cNvPr>
          <p:cNvSpPr/>
          <p:nvPr userDrawn="1"/>
        </p:nvSpPr>
        <p:spPr>
          <a:xfrm>
            <a:off x="11353800" y="266699"/>
            <a:ext cx="457200" cy="457166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rgbClr val="000000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DA63E1-C6DB-20F1-2EC8-4FFAA399D7F5}"/>
              </a:ext>
            </a:extLst>
          </p:cNvPr>
          <p:cNvSpPr txBox="1"/>
          <p:nvPr userDrawn="1"/>
        </p:nvSpPr>
        <p:spPr>
          <a:xfrm>
            <a:off x="1207304" y="6286500"/>
            <a:ext cx="3176437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dirty="0">
                <a:solidFill>
                  <a:schemeClr val="tx1"/>
                </a:solidFill>
                <a:latin typeface="APK Galeria Light" panose="020B0504040000000000" pitchFamily="34" charset="0"/>
              </a:rPr>
              <a:t>Confidential | ©2026 Sabre GLBL Inc. All rights reserved.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B43F3C-3F08-6853-ECBD-8614C09B306D}"/>
              </a:ext>
            </a:extLst>
          </p:cNvPr>
          <p:cNvSpPr txBox="1"/>
          <p:nvPr userDrawn="1"/>
        </p:nvSpPr>
        <p:spPr>
          <a:xfrm>
            <a:off x="352940" y="6286500"/>
            <a:ext cx="435742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fld id="{996B5273-46EB-4870-A6B0-6E7F43CBD6D0}" type="slidenum">
              <a:rPr lang="en-US" sz="1200" smtClean="0">
                <a:solidFill>
                  <a:schemeClr val="tx1"/>
                </a:solidFill>
                <a:latin typeface="+mj-lt"/>
              </a:rPr>
              <a:pPr algn="l"/>
              <a:t>‹#›</a:t>
            </a:fld>
            <a:endParaRPr lang="en-US" sz="1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4BEAED84-F244-029F-53A5-D6FDD795CA88}"/>
              </a:ext>
            </a:extLst>
          </p:cNvPr>
          <p:cNvSpPr/>
          <p:nvPr userDrawn="1"/>
        </p:nvSpPr>
        <p:spPr>
          <a:xfrm flipV="1">
            <a:off x="1608085" y="3540749"/>
            <a:ext cx="247968" cy="206177"/>
          </a:xfrm>
          <a:prstGeom prst="triangle">
            <a:avLst>
              <a:gd name="adj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83D18162-911F-6874-2E04-6FF7D364AD8F}"/>
              </a:ext>
            </a:extLst>
          </p:cNvPr>
          <p:cNvSpPr/>
          <p:nvPr userDrawn="1"/>
        </p:nvSpPr>
        <p:spPr>
          <a:xfrm flipV="1">
            <a:off x="4153164" y="3540749"/>
            <a:ext cx="247968" cy="206177"/>
          </a:xfrm>
          <a:prstGeom prst="triangle">
            <a:avLst>
              <a:gd name="adj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2AFC8B8-BF57-E608-270A-F3750AF4F890}"/>
              </a:ext>
            </a:extLst>
          </p:cNvPr>
          <p:cNvSpPr/>
          <p:nvPr userDrawn="1"/>
        </p:nvSpPr>
        <p:spPr>
          <a:xfrm flipV="1">
            <a:off x="6698243" y="3540749"/>
            <a:ext cx="247968" cy="206177"/>
          </a:xfrm>
          <a:prstGeom prst="triangle">
            <a:avLst>
              <a:gd name="adj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674CE0F0-DFAA-BAED-E6F0-EE55DF199F58}"/>
              </a:ext>
            </a:extLst>
          </p:cNvPr>
          <p:cNvSpPr/>
          <p:nvPr userDrawn="1"/>
        </p:nvSpPr>
        <p:spPr>
          <a:xfrm flipV="1">
            <a:off x="9243322" y="3540749"/>
            <a:ext cx="247968" cy="206177"/>
          </a:xfrm>
          <a:prstGeom prst="triangle">
            <a:avLst>
              <a:gd name="adj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11F7BBD0-CEE2-C899-2363-37FCF7DE4CF5}"/>
              </a:ext>
            </a:extLst>
          </p:cNvPr>
          <p:cNvSpPr/>
          <p:nvPr userDrawn="1"/>
        </p:nvSpPr>
        <p:spPr>
          <a:xfrm>
            <a:off x="381000" y="3339859"/>
            <a:ext cx="247968" cy="206177"/>
          </a:xfrm>
          <a:prstGeom prst="triangle">
            <a:avLst>
              <a:gd name="adj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816EF0C8-51DB-F900-FE66-3A27EF45282A}"/>
              </a:ext>
            </a:extLst>
          </p:cNvPr>
          <p:cNvSpPr/>
          <p:nvPr userDrawn="1"/>
        </p:nvSpPr>
        <p:spPr>
          <a:xfrm>
            <a:off x="2926079" y="3339859"/>
            <a:ext cx="247968" cy="206177"/>
          </a:xfrm>
          <a:prstGeom prst="triangle">
            <a:avLst>
              <a:gd name="adj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B02C659F-A8FA-C49C-012F-FBE1F446AE12}"/>
              </a:ext>
            </a:extLst>
          </p:cNvPr>
          <p:cNvSpPr/>
          <p:nvPr userDrawn="1"/>
        </p:nvSpPr>
        <p:spPr>
          <a:xfrm>
            <a:off x="5471158" y="3339859"/>
            <a:ext cx="247968" cy="206177"/>
          </a:xfrm>
          <a:prstGeom prst="triangle">
            <a:avLst>
              <a:gd name="adj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1C8FE0C5-FFD0-93AF-AFF1-49A7BDB35F99}"/>
              </a:ext>
            </a:extLst>
          </p:cNvPr>
          <p:cNvSpPr/>
          <p:nvPr userDrawn="1"/>
        </p:nvSpPr>
        <p:spPr>
          <a:xfrm>
            <a:off x="8016237" y="3339859"/>
            <a:ext cx="247968" cy="206177"/>
          </a:xfrm>
          <a:prstGeom prst="triangle">
            <a:avLst>
              <a:gd name="adj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3146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Off whi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3C780-8B89-9BB3-D5E0-72FBF6494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55" y="266699"/>
            <a:ext cx="10488645" cy="79284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5D07A2-8C16-05CF-AB2D-69A7DE44332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C24E25-9626-E170-47DF-9F93E9509C04}"/>
              </a:ext>
            </a:extLst>
          </p:cNvPr>
          <p:cNvCxnSpPr/>
          <p:nvPr userDrawn="1"/>
        </p:nvCxnSpPr>
        <p:spPr>
          <a:xfrm>
            <a:off x="0" y="3542731"/>
            <a:ext cx="12192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EEAD723D-1E40-DAC8-40EE-2FDAE517C0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9112" y="1824932"/>
            <a:ext cx="2006600" cy="325681"/>
          </a:xfrm>
        </p:spPr>
        <p:txBody>
          <a:bodyPr anchor="b"/>
          <a:lstStyle>
            <a:lvl1pPr>
              <a:defRPr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B4977880-D367-5F7B-8CBC-B37E545B5C3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9112" y="2208460"/>
            <a:ext cx="2006600" cy="1101153"/>
          </a:xfrm>
        </p:spPr>
        <p:txBody>
          <a:bodyPr>
            <a:normAutofit/>
          </a:bodyPr>
          <a:lstStyle>
            <a:lvl1pPr algn="l">
              <a:defRPr sz="1400">
                <a:latin typeface="+mn-lt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content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06DC737-6715-995B-ECCC-712675779EB2}"/>
              </a:ext>
            </a:extLst>
          </p:cNvPr>
          <p:cNvCxnSpPr>
            <a:cxnSpLocks/>
          </p:cNvCxnSpPr>
          <p:nvPr userDrawn="1"/>
        </p:nvCxnSpPr>
        <p:spPr>
          <a:xfrm flipV="1">
            <a:off x="382553" y="1824932"/>
            <a:ext cx="0" cy="171780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F350578B-E9B6-3F69-77CA-60FDCFF7D5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64192" y="1824932"/>
            <a:ext cx="2006600" cy="325681"/>
          </a:xfrm>
        </p:spPr>
        <p:txBody>
          <a:bodyPr anchor="b"/>
          <a:lstStyle>
            <a:lvl1pPr>
              <a:defRPr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FAEF97D0-4D1F-F70B-5158-EF860FD55D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064192" y="2208460"/>
            <a:ext cx="2006600" cy="1101153"/>
          </a:xfrm>
        </p:spPr>
        <p:txBody>
          <a:bodyPr>
            <a:normAutofit/>
          </a:bodyPr>
          <a:lstStyle>
            <a:lvl1pPr algn="l">
              <a:defRPr sz="1400">
                <a:latin typeface="+mn-lt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content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7F213AB-E3B0-2C7D-A310-89658F1A2253}"/>
              </a:ext>
            </a:extLst>
          </p:cNvPr>
          <p:cNvCxnSpPr>
            <a:cxnSpLocks/>
          </p:cNvCxnSpPr>
          <p:nvPr userDrawn="1"/>
        </p:nvCxnSpPr>
        <p:spPr>
          <a:xfrm flipV="1">
            <a:off x="2927633" y="1824932"/>
            <a:ext cx="0" cy="171780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A10F4ED-8A3E-9B0C-1718-AAFE3EA3845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09272" y="1824932"/>
            <a:ext cx="2006600" cy="325681"/>
          </a:xfrm>
        </p:spPr>
        <p:txBody>
          <a:bodyPr anchor="b"/>
          <a:lstStyle>
            <a:lvl1pPr>
              <a:defRPr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01376191-24F2-3726-AD00-11F3A33CC0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09272" y="2208460"/>
            <a:ext cx="2006600" cy="1101153"/>
          </a:xfrm>
        </p:spPr>
        <p:txBody>
          <a:bodyPr>
            <a:normAutofit/>
          </a:bodyPr>
          <a:lstStyle>
            <a:lvl1pPr algn="l">
              <a:defRPr sz="1400">
                <a:latin typeface="+mn-lt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content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68474D2-5C0D-B777-B05B-C0A7546A5EA2}"/>
              </a:ext>
            </a:extLst>
          </p:cNvPr>
          <p:cNvCxnSpPr>
            <a:cxnSpLocks/>
          </p:cNvCxnSpPr>
          <p:nvPr userDrawn="1"/>
        </p:nvCxnSpPr>
        <p:spPr>
          <a:xfrm flipV="1">
            <a:off x="5472713" y="1824932"/>
            <a:ext cx="0" cy="171780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25BC9D35-8DF2-C12B-B3A4-9306B36686C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54352" y="1824932"/>
            <a:ext cx="2006600" cy="325681"/>
          </a:xfrm>
        </p:spPr>
        <p:txBody>
          <a:bodyPr anchor="b"/>
          <a:lstStyle>
            <a:lvl1pPr>
              <a:defRPr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E8634522-ACA4-D4EF-5BED-50BB9659E4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54352" y="2208460"/>
            <a:ext cx="2006600" cy="1101153"/>
          </a:xfrm>
        </p:spPr>
        <p:txBody>
          <a:bodyPr>
            <a:normAutofit/>
          </a:bodyPr>
          <a:lstStyle>
            <a:lvl1pPr algn="l">
              <a:defRPr sz="1400">
                <a:latin typeface="+mn-lt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content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3E61201-A2CC-E9DD-E47C-1050D6005538}"/>
              </a:ext>
            </a:extLst>
          </p:cNvPr>
          <p:cNvCxnSpPr>
            <a:cxnSpLocks/>
          </p:cNvCxnSpPr>
          <p:nvPr userDrawn="1"/>
        </p:nvCxnSpPr>
        <p:spPr>
          <a:xfrm flipV="1">
            <a:off x="8017793" y="1824932"/>
            <a:ext cx="0" cy="171780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Graphic 9">
            <a:extLst>
              <a:ext uri="{FF2B5EF4-FFF2-40B4-BE49-F238E27FC236}">
                <a16:creationId xmlns:a16="http://schemas.microsoft.com/office/drawing/2014/main" id="{955FD2A7-6CF3-769C-E6E4-E2EBBB0A3EE0}"/>
              </a:ext>
            </a:extLst>
          </p:cNvPr>
          <p:cNvSpPr/>
          <p:nvPr userDrawn="1"/>
        </p:nvSpPr>
        <p:spPr>
          <a:xfrm>
            <a:off x="11353800" y="266699"/>
            <a:ext cx="457200" cy="457166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rgbClr val="000000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6" name="Text Placeholder 16">
            <a:extLst>
              <a:ext uri="{FF2B5EF4-FFF2-40B4-BE49-F238E27FC236}">
                <a16:creationId xmlns:a16="http://schemas.microsoft.com/office/drawing/2014/main" id="{299C2761-FFCE-85F3-E845-B114AEDC42C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744644" y="3775850"/>
            <a:ext cx="2006600" cy="325681"/>
          </a:xfrm>
        </p:spPr>
        <p:txBody>
          <a:bodyPr anchor="b"/>
          <a:lstStyle>
            <a:lvl1pPr>
              <a:defRPr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37" name="Text Placeholder 16">
            <a:extLst>
              <a:ext uri="{FF2B5EF4-FFF2-40B4-BE49-F238E27FC236}">
                <a16:creationId xmlns:a16="http://schemas.microsoft.com/office/drawing/2014/main" id="{18641351-A910-4C6E-49A4-934CE3532E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44644" y="4159378"/>
            <a:ext cx="2006600" cy="1101153"/>
          </a:xfrm>
        </p:spPr>
        <p:txBody>
          <a:bodyPr>
            <a:normAutofit/>
          </a:bodyPr>
          <a:lstStyle>
            <a:lvl1pPr algn="l">
              <a:defRPr sz="1400">
                <a:latin typeface="+mn-lt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content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3AF9BEF-F45B-B5DA-F262-26365834AC43}"/>
              </a:ext>
            </a:extLst>
          </p:cNvPr>
          <p:cNvCxnSpPr>
            <a:cxnSpLocks/>
          </p:cNvCxnSpPr>
          <p:nvPr userDrawn="1"/>
        </p:nvCxnSpPr>
        <p:spPr>
          <a:xfrm flipV="1">
            <a:off x="1608085" y="3542731"/>
            <a:ext cx="0" cy="171780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 Placeholder 16">
            <a:extLst>
              <a:ext uri="{FF2B5EF4-FFF2-40B4-BE49-F238E27FC236}">
                <a16:creationId xmlns:a16="http://schemas.microsoft.com/office/drawing/2014/main" id="{D9BBDC40-002C-5EB5-D641-DBC19264977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89724" y="3775850"/>
            <a:ext cx="2006600" cy="325681"/>
          </a:xfrm>
        </p:spPr>
        <p:txBody>
          <a:bodyPr anchor="b"/>
          <a:lstStyle>
            <a:lvl1pPr>
              <a:defRPr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40" name="Text Placeholder 16">
            <a:extLst>
              <a:ext uri="{FF2B5EF4-FFF2-40B4-BE49-F238E27FC236}">
                <a16:creationId xmlns:a16="http://schemas.microsoft.com/office/drawing/2014/main" id="{F633E698-399C-719A-A3C3-BAB4A0E9876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89724" y="4159378"/>
            <a:ext cx="2006600" cy="1101153"/>
          </a:xfrm>
        </p:spPr>
        <p:txBody>
          <a:bodyPr>
            <a:normAutofit/>
          </a:bodyPr>
          <a:lstStyle>
            <a:lvl1pPr algn="l">
              <a:defRPr sz="1400">
                <a:latin typeface="+mn-lt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content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E363B8F-6E30-7D42-9A30-C3A0B71A4740}"/>
              </a:ext>
            </a:extLst>
          </p:cNvPr>
          <p:cNvCxnSpPr>
            <a:cxnSpLocks/>
          </p:cNvCxnSpPr>
          <p:nvPr userDrawn="1"/>
        </p:nvCxnSpPr>
        <p:spPr>
          <a:xfrm flipV="1">
            <a:off x="4153165" y="3542731"/>
            <a:ext cx="0" cy="171780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10D08A73-C230-5A00-5469-3255CF03101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34804" y="3775850"/>
            <a:ext cx="2006600" cy="325681"/>
          </a:xfrm>
        </p:spPr>
        <p:txBody>
          <a:bodyPr anchor="b"/>
          <a:lstStyle>
            <a:lvl1pPr>
              <a:defRPr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43" name="Text Placeholder 16">
            <a:extLst>
              <a:ext uri="{FF2B5EF4-FFF2-40B4-BE49-F238E27FC236}">
                <a16:creationId xmlns:a16="http://schemas.microsoft.com/office/drawing/2014/main" id="{71384BC9-90C3-88B4-F4E1-5EA01624724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34804" y="4159378"/>
            <a:ext cx="2006600" cy="1101153"/>
          </a:xfrm>
        </p:spPr>
        <p:txBody>
          <a:bodyPr>
            <a:normAutofit/>
          </a:bodyPr>
          <a:lstStyle>
            <a:lvl1pPr algn="l">
              <a:defRPr sz="1400">
                <a:latin typeface="+mn-lt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content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F68B31E-BD68-2FA8-6B51-AB56701BF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6698245" y="3542731"/>
            <a:ext cx="0" cy="171780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 Placeholder 16">
            <a:extLst>
              <a:ext uri="{FF2B5EF4-FFF2-40B4-BE49-F238E27FC236}">
                <a16:creationId xmlns:a16="http://schemas.microsoft.com/office/drawing/2014/main" id="{6D375854-C83E-70A3-8B9B-DB58D0F116D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379884" y="3775850"/>
            <a:ext cx="2006600" cy="325681"/>
          </a:xfrm>
        </p:spPr>
        <p:txBody>
          <a:bodyPr anchor="b"/>
          <a:lstStyle>
            <a:lvl1pPr>
              <a:defRPr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46" name="Text Placeholder 16">
            <a:extLst>
              <a:ext uri="{FF2B5EF4-FFF2-40B4-BE49-F238E27FC236}">
                <a16:creationId xmlns:a16="http://schemas.microsoft.com/office/drawing/2014/main" id="{6099CCC9-B66A-6C98-E9CC-5C2DC0689E8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379884" y="4159378"/>
            <a:ext cx="2006600" cy="1101153"/>
          </a:xfrm>
        </p:spPr>
        <p:txBody>
          <a:bodyPr>
            <a:normAutofit/>
          </a:bodyPr>
          <a:lstStyle>
            <a:lvl1pPr algn="l">
              <a:defRPr sz="1400">
                <a:latin typeface="+mn-lt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content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873AF1B-E31C-0B3A-740A-0DDB6C87CB0A}"/>
              </a:ext>
            </a:extLst>
          </p:cNvPr>
          <p:cNvCxnSpPr>
            <a:cxnSpLocks/>
          </p:cNvCxnSpPr>
          <p:nvPr userDrawn="1"/>
        </p:nvCxnSpPr>
        <p:spPr>
          <a:xfrm flipV="1">
            <a:off x="9243325" y="3542731"/>
            <a:ext cx="0" cy="171780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Isosceles Triangle 47">
            <a:extLst>
              <a:ext uri="{FF2B5EF4-FFF2-40B4-BE49-F238E27FC236}">
                <a16:creationId xmlns:a16="http://schemas.microsoft.com/office/drawing/2014/main" id="{F4A47E8D-6345-9C40-71D3-544507880667}"/>
              </a:ext>
            </a:extLst>
          </p:cNvPr>
          <p:cNvSpPr/>
          <p:nvPr userDrawn="1"/>
        </p:nvSpPr>
        <p:spPr>
          <a:xfrm flipV="1">
            <a:off x="1608085" y="3540749"/>
            <a:ext cx="247968" cy="206177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Isosceles Triangle 48">
            <a:extLst>
              <a:ext uri="{FF2B5EF4-FFF2-40B4-BE49-F238E27FC236}">
                <a16:creationId xmlns:a16="http://schemas.microsoft.com/office/drawing/2014/main" id="{95DD85B0-E83A-B239-87FD-7FFCB59968A3}"/>
              </a:ext>
            </a:extLst>
          </p:cNvPr>
          <p:cNvSpPr/>
          <p:nvPr userDrawn="1"/>
        </p:nvSpPr>
        <p:spPr>
          <a:xfrm flipV="1">
            <a:off x="4153164" y="3540749"/>
            <a:ext cx="247968" cy="206177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Isosceles Triangle 49">
            <a:extLst>
              <a:ext uri="{FF2B5EF4-FFF2-40B4-BE49-F238E27FC236}">
                <a16:creationId xmlns:a16="http://schemas.microsoft.com/office/drawing/2014/main" id="{4489C5AD-1716-08CB-6316-21E5AE10EDC4}"/>
              </a:ext>
            </a:extLst>
          </p:cNvPr>
          <p:cNvSpPr/>
          <p:nvPr userDrawn="1"/>
        </p:nvSpPr>
        <p:spPr>
          <a:xfrm flipV="1">
            <a:off x="6698243" y="3540749"/>
            <a:ext cx="247968" cy="206177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50FEC57D-8CC6-74DE-185F-681F42695FDA}"/>
              </a:ext>
            </a:extLst>
          </p:cNvPr>
          <p:cNvSpPr/>
          <p:nvPr userDrawn="1"/>
        </p:nvSpPr>
        <p:spPr>
          <a:xfrm flipV="1">
            <a:off x="9243322" y="3540749"/>
            <a:ext cx="247968" cy="206177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Isosceles Triangle 51">
            <a:extLst>
              <a:ext uri="{FF2B5EF4-FFF2-40B4-BE49-F238E27FC236}">
                <a16:creationId xmlns:a16="http://schemas.microsoft.com/office/drawing/2014/main" id="{DCA875D3-A18A-47C4-7063-58769C5D123F}"/>
              </a:ext>
            </a:extLst>
          </p:cNvPr>
          <p:cNvSpPr/>
          <p:nvPr userDrawn="1"/>
        </p:nvSpPr>
        <p:spPr>
          <a:xfrm>
            <a:off x="381000" y="3339859"/>
            <a:ext cx="247968" cy="206177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Isosceles Triangle 52">
            <a:extLst>
              <a:ext uri="{FF2B5EF4-FFF2-40B4-BE49-F238E27FC236}">
                <a16:creationId xmlns:a16="http://schemas.microsoft.com/office/drawing/2014/main" id="{0D2AD6DD-045D-90A9-966A-A49CC13BA2D5}"/>
              </a:ext>
            </a:extLst>
          </p:cNvPr>
          <p:cNvSpPr/>
          <p:nvPr userDrawn="1"/>
        </p:nvSpPr>
        <p:spPr>
          <a:xfrm>
            <a:off x="2926079" y="3339859"/>
            <a:ext cx="247968" cy="206177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10B8163C-E9CA-4DF4-E40E-F439390B80D4}"/>
              </a:ext>
            </a:extLst>
          </p:cNvPr>
          <p:cNvSpPr/>
          <p:nvPr userDrawn="1"/>
        </p:nvSpPr>
        <p:spPr>
          <a:xfrm>
            <a:off x="5471158" y="3339859"/>
            <a:ext cx="247968" cy="206177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Isosceles Triangle 54">
            <a:extLst>
              <a:ext uri="{FF2B5EF4-FFF2-40B4-BE49-F238E27FC236}">
                <a16:creationId xmlns:a16="http://schemas.microsoft.com/office/drawing/2014/main" id="{694E231F-BEFB-A372-A7E4-43F8CFE3025B}"/>
              </a:ext>
            </a:extLst>
          </p:cNvPr>
          <p:cNvSpPr/>
          <p:nvPr userDrawn="1"/>
        </p:nvSpPr>
        <p:spPr>
          <a:xfrm>
            <a:off x="8016237" y="3339859"/>
            <a:ext cx="247968" cy="206177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96467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3C780-8B89-9BB3-D5E0-72FBF6494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55" y="266699"/>
            <a:ext cx="10488645" cy="79284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5D07A2-8C16-05CF-AB2D-69A7DE44332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C24E25-9626-E170-47DF-9F93E9509C04}"/>
              </a:ext>
            </a:extLst>
          </p:cNvPr>
          <p:cNvCxnSpPr/>
          <p:nvPr userDrawn="1"/>
        </p:nvCxnSpPr>
        <p:spPr>
          <a:xfrm>
            <a:off x="0" y="3542731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EEAD723D-1E40-DAC8-40EE-2FDAE517C0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9112" y="1824932"/>
            <a:ext cx="2006600" cy="325681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B4977880-D367-5F7B-8CBC-B37E545B5C3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9112" y="2208460"/>
            <a:ext cx="2006600" cy="1101153"/>
          </a:xfrm>
        </p:spPr>
        <p:txBody>
          <a:bodyPr>
            <a:normAutofit/>
          </a:bodyPr>
          <a:lstStyle>
            <a:lvl1pPr algn="l">
              <a:defRPr sz="1400">
                <a:solidFill>
                  <a:schemeClr val="bg1"/>
                </a:solidFill>
                <a:latin typeface="+mn-lt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content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06DC737-6715-995B-ECCC-712675779EB2}"/>
              </a:ext>
            </a:extLst>
          </p:cNvPr>
          <p:cNvCxnSpPr>
            <a:cxnSpLocks/>
          </p:cNvCxnSpPr>
          <p:nvPr userDrawn="1"/>
        </p:nvCxnSpPr>
        <p:spPr>
          <a:xfrm flipV="1">
            <a:off x="382553" y="1824932"/>
            <a:ext cx="0" cy="1717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F350578B-E9B6-3F69-77CA-60FDCFF7D5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64192" y="1824932"/>
            <a:ext cx="2006600" cy="325681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FAEF97D0-4D1F-F70B-5158-EF860FD55D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064192" y="2208460"/>
            <a:ext cx="2006600" cy="1101153"/>
          </a:xfrm>
        </p:spPr>
        <p:txBody>
          <a:bodyPr>
            <a:normAutofit/>
          </a:bodyPr>
          <a:lstStyle>
            <a:lvl1pPr algn="l">
              <a:defRPr sz="1400">
                <a:solidFill>
                  <a:schemeClr val="bg1"/>
                </a:solidFill>
                <a:latin typeface="+mn-lt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content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7F213AB-E3B0-2C7D-A310-89658F1A2253}"/>
              </a:ext>
            </a:extLst>
          </p:cNvPr>
          <p:cNvCxnSpPr>
            <a:cxnSpLocks/>
          </p:cNvCxnSpPr>
          <p:nvPr userDrawn="1"/>
        </p:nvCxnSpPr>
        <p:spPr>
          <a:xfrm flipV="1">
            <a:off x="2927633" y="1824932"/>
            <a:ext cx="0" cy="1717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A10F4ED-8A3E-9B0C-1718-AAFE3EA3845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09272" y="1824932"/>
            <a:ext cx="2006600" cy="325681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01376191-24F2-3726-AD00-11F3A33CC0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09272" y="2208460"/>
            <a:ext cx="2006600" cy="1101153"/>
          </a:xfrm>
        </p:spPr>
        <p:txBody>
          <a:bodyPr>
            <a:normAutofit/>
          </a:bodyPr>
          <a:lstStyle>
            <a:lvl1pPr algn="l">
              <a:defRPr sz="1400">
                <a:solidFill>
                  <a:schemeClr val="bg1"/>
                </a:solidFill>
                <a:latin typeface="+mn-lt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content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68474D2-5C0D-B777-B05B-C0A7546A5EA2}"/>
              </a:ext>
            </a:extLst>
          </p:cNvPr>
          <p:cNvCxnSpPr>
            <a:cxnSpLocks/>
          </p:cNvCxnSpPr>
          <p:nvPr userDrawn="1"/>
        </p:nvCxnSpPr>
        <p:spPr>
          <a:xfrm flipV="1">
            <a:off x="5472713" y="1824932"/>
            <a:ext cx="0" cy="1717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25BC9D35-8DF2-C12B-B3A4-9306B36686C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54352" y="1824932"/>
            <a:ext cx="2006600" cy="325681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E8634522-ACA4-D4EF-5BED-50BB9659E4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54352" y="2208460"/>
            <a:ext cx="2006600" cy="1101153"/>
          </a:xfrm>
        </p:spPr>
        <p:txBody>
          <a:bodyPr>
            <a:normAutofit/>
          </a:bodyPr>
          <a:lstStyle>
            <a:lvl1pPr algn="l">
              <a:defRPr sz="1400">
                <a:solidFill>
                  <a:schemeClr val="bg1"/>
                </a:solidFill>
                <a:latin typeface="+mn-lt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content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3E61201-A2CC-E9DD-E47C-1050D6005538}"/>
              </a:ext>
            </a:extLst>
          </p:cNvPr>
          <p:cNvCxnSpPr>
            <a:cxnSpLocks/>
          </p:cNvCxnSpPr>
          <p:nvPr userDrawn="1"/>
        </p:nvCxnSpPr>
        <p:spPr>
          <a:xfrm flipV="1">
            <a:off x="8017793" y="1824932"/>
            <a:ext cx="0" cy="1717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859F54E5-ACA6-0F65-8722-D2B6A4C3F96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744644" y="3775850"/>
            <a:ext cx="2006600" cy="325681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0973DB27-9313-7E6E-0803-5A853557F56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44644" y="4159378"/>
            <a:ext cx="2006600" cy="1101153"/>
          </a:xfrm>
        </p:spPr>
        <p:txBody>
          <a:bodyPr>
            <a:normAutofit/>
          </a:bodyPr>
          <a:lstStyle>
            <a:lvl1pPr algn="l">
              <a:defRPr sz="1400">
                <a:solidFill>
                  <a:schemeClr val="bg1"/>
                </a:solidFill>
                <a:latin typeface="+mn-lt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content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941610C-76F8-8D86-1849-9929AE2CFB5E}"/>
              </a:ext>
            </a:extLst>
          </p:cNvPr>
          <p:cNvCxnSpPr>
            <a:cxnSpLocks/>
          </p:cNvCxnSpPr>
          <p:nvPr userDrawn="1"/>
        </p:nvCxnSpPr>
        <p:spPr>
          <a:xfrm flipV="1">
            <a:off x="1608085" y="3542731"/>
            <a:ext cx="0" cy="1717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71AD960A-B1BD-8BEB-7146-E032FC85539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89724" y="3775850"/>
            <a:ext cx="2006600" cy="325681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0FC72425-3EDD-417E-081E-99EED29716E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89724" y="4159378"/>
            <a:ext cx="2006600" cy="1101153"/>
          </a:xfrm>
        </p:spPr>
        <p:txBody>
          <a:bodyPr>
            <a:normAutofit/>
          </a:bodyPr>
          <a:lstStyle>
            <a:lvl1pPr algn="l">
              <a:defRPr sz="1400">
                <a:solidFill>
                  <a:schemeClr val="bg1"/>
                </a:solidFill>
                <a:latin typeface="+mn-lt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content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F77F9D5-6FBD-6AD1-6414-BF443CF89D06}"/>
              </a:ext>
            </a:extLst>
          </p:cNvPr>
          <p:cNvCxnSpPr>
            <a:cxnSpLocks/>
          </p:cNvCxnSpPr>
          <p:nvPr userDrawn="1"/>
        </p:nvCxnSpPr>
        <p:spPr>
          <a:xfrm flipV="1">
            <a:off x="4153165" y="3542731"/>
            <a:ext cx="0" cy="1717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16">
            <a:extLst>
              <a:ext uri="{FF2B5EF4-FFF2-40B4-BE49-F238E27FC236}">
                <a16:creationId xmlns:a16="http://schemas.microsoft.com/office/drawing/2014/main" id="{C305FD44-3151-5238-47E5-4BCB5163CE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34804" y="3775850"/>
            <a:ext cx="2006600" cy="325681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DF03A570-9DEE-2F55-812C-5B2DA7EB719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34804" y="4159378"/>
            <a:ext cx="2006600" cy="1101153"/>
          </a:xfrm>
        </p:spPr>
        <p:txBody>
          <a:bodyPr>
            <a:normAutofit/>
          </a:bodyPr>
          <a:lstStyle>
            <a:lvl1pPr algn="l">
              <a:defRPr sz="1400">
                <a:solidFill>
                  <a:schemeClr val="bg1"/>
                </a:solidFill>
                <a:latin typeface="+mn-lt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content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7FC1487-CB29-6C29-F3CB-C4927759C20C}"/>
              </a:ext>
            </a:extLst>
          </p:cNvPr>
          <p:cNvCxnSpPr>
            <a:cxnSpLocks/>
          </p:cNvCxnSpPr>
          <p:nvPr userDrawn="1"/>
        </p:nvCxnSpPr>
        <p:spPr>
          <a:xfrm flipV="1">
            <a:off x="6698245" y="3542731"/>
            <a:ext cx="0" cy="1717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Placeholder 16">
            <a:extLst>
              <a:ext uri="{FF2B5EF4-FFF2-40B4-BE49-F238E27FC236}">
                <a16:creationId xmlns:a16="http://schemas.microsoft.com/office/drawing/2014/main" id="{A2FD2FF5-D168-57E1-143C-E77C021E32C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379884" y="3775850"/>
            <a:ext cx="2006600" cy="325681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  <a:latin typeface="APK Galeria Semi-Bold" panose="020B0504040000000000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6792FB8A-807D-97B4-5AA8-F55F740DD19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379884" y="4159378"/>
            <a:ext cx="2006600" cy="1101153"/>
          </a:xfrm>
        </p:spPr>
        <p:txBody>
          <a:bodyPr>
            <a:normAutofit/>
          </a:bodyPr>
          <a:lstStyle>
            <a:lvl1pPr algn="l">
              <a:defRPr sz="1400">
                <a:solidFill>
                  <a:schemeClr val="bg1"/>
                </a:solidFill>
                <a:latin typeface="+mn-lt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content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0759858-8C21-B9F5-4FEC-1B3E4930D713}"/>
              </a:ext>
            </a:extLst>
          </p:cNvPr>
          <p:cNvCxnSpPr>
            <a:cxnSpLocks/>
          </p:cNvCxnSpPr>
          <p:nvPr userDrawn="1"/>
        </p:nvCxnSpPr>
        <p:spPr>
          <a:xfrm flipV="1">
            <a:off x="9243325" y="3542731"/>
            <a:ext cx="0" cy="1717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Graphic 9">
            <a:extLst>
              <a:ext uri="{FF2B5EF4-FFF2-40B4-BE49-F238E27FC236}">
                <a16:creationId xmlns:a16="http://schemas.microsoft.com/office/drawing/2014/main" id="{955FD2A7-6CF3-769C-E6E4-E2EBBB0A3EE0}"/>
              </a:ext>
            </a:extLst>
          </p:cNvPr>
          <p:cNvSpPr/>
          <p:nvPr userDrawn="1"/>
        </p:nvSpPr>
        <p:spPr>
          <a:xfrm>
            <a:off x="11353800" y="266699"/>
            <a:ext cx="457200" cy="457166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chemeClr val="bg1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DA63E1-C6DB-20F1-2EC8-4FFAA399D7F5}"/>
              </a:ext>
            </a:extLst>
          </p:cNvPr>
          <p:cNvSpPr txBox="1"/>
          <p:nvPr userDrawn="1"/>
        </p:nvSpPr>
        <p:spPr>
          <a:xfrm>
            <a:off x="1207304" y="6286500"/>
            <a:ext cx="3176437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dirty="0">
                <a:solidFill>
                  <a:schemeClr val="bg1"/>
                </a:solidFill>
                <a:latin typeface="APK Galeria Light" panose="020B0504040000000000" pitchFamily="34" charset="0"/>
              </a:rPr>
              <a:t>Confidential | ©2026 Sabre GLBL Inc. All rights reserved.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B43F3C-3F08-6853-ECBD-8614C09B306D}"/>
              </a:ext>
            </a:extLst>
          </p:cNvPr>
          <p:cNvSpPr txBox="1"/>
          <p:nvPr userDrawn="1"/>
        </p:nvSpPr>
        <p:spPr>
          <a:xfrm>
            <a:off x="352940" y="6286500"/>
            <a:ext cx="435742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fld id="{996B5273-46EB-4870-A6B0-6E7F43CBD6D0}" type="slidenum">
              <a:rPr lang="en-US" sz="1200" smtClean="0">
                <a:solidFill>
                  <a:schemeClr val="bg1"/>
                </a:solidFill>
                <a:latin typeface="+mj-lt"/>
              </a:rPr>
              <a:pPr algn="l"/>
              <a:t>‹#›</a:t>
            </a:fld>
            <a:endParaRPr lang="en-US" sz="1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4BEAED84-F244-029F-53A5-D6FDD795CA88}"/>
              </a:ext>
            </a:extLst>
          </p:cNvPr>
          <p:cNvSpPr/>
          <p:nvPr userDrawn="1"/>
        </p:nvSpPr>
        <p:spPr>
          <a:xfrm flipV="1">
            <a:off x="1608085" y="3540749"/>
            <a:ext cx="247968" cy="206177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83D18162-911F-6874-2E04-6FF7D364AD8F}"/>
              </a:ext>
            </a:extLst>
          </p:cNvPr>
          <p:cNvSpPr/>
          <p:nvPr userDrawn="1"/>
        </p:nvSpPr>
        <p:spPr>
          <a:xfrm flipV="1">
            <a:off x="4153164" y="3540749"/>
            <a:ext cx="247968" cy="206177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2AFC8B8-BF57-E608-270A-F3750AF4F890}"/>
              </a:ext>
            </a:extLst>
          </p:cNvPr>
          <p:cNvSpPr/>
          <p:nvPr userDrawn="1"/>
        </p:nvSpPr>
        <p:spPr>
          <a:xfrm flipV="1">
            <a:off x="6698243" y="3540749"/>
            <a:ext cx="247968" cy="206177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674CE0F0-DFAA-BAED-E6F0-EE55DF199F58}"/>
              </a:ext>
            </a:extLst>
          </p:cNvPr>
          <p:cNvSpPr/>
          <p:nvPr userDrawn="1"/>
        </p:nvSpPr>
        <p:spPr>
          <a:xfrm flipV="1">
            <a:off x="9243322" y="3540749"/>
            <a:ext cx="247968" cy="206177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11F7BBD0-CEE2-C899-2363-37FCF7DE4CF5}"/>
              </a:ext>
            </a:extLst>
          </p:cNvPr>
          <p:cNvSpPr/>
          <p:nvPr userDrawn="1"/>
        </p:nvSpPr>
        <p:spPr>
          <a:xfrm>
            <a:off x="381000" y="3339859"/>
            <a:ext cx="247968" cy="206177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816EF0C8-51DB-F900-FE66-3A27EF45282A}"/>
              </a:ext>
            </a:extLst>
          </p:cNvPr>
          <p:cNvSpPr/>
          <p:nvPr userDrawn="1"/>
        </p:nvSpPr>
        <p:spPr>
          <a:xfrm>
            <a:off x="2926079" y="3339859"/>
            <a:ext cx="247968" cy="206177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B02C659F-A8FA-C49C-012F-FBE1F446AE12}"/>
              </a:ext>
            </a:extLst>
          </p:cNvPr>
          <p:cNvSpPr/>
          <p:nvPr userDrawn="1"/>
        </p:nvSpPr>
        <p:spPr>
          <a:xfrm>
            <a:off x="5471158" y="3339859"/>
            <a:ext cx="247968" cy="206177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1C8FE0C5-FFD0-93AF-AFF1-49A7BDB35F99}"/>
              </a:ext>
            </a:extLst>
          </p:cNvPr>
          <p:cNvSpPr/>
          <p:nvPr userDrawn="1"/>
        </p:nvSpPr>
        <p:spPr>
          <a:xfrm>
            <a:off x="8016237" y="3339859"/>
            <a:ext cx="247968" cy="206177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8724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hoto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81317-9F05-4B15-B0D6-EDD09636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55" y="788096"/>
            <a:ext cx="5837272" cy="121999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EAB9F8A-DD78-F473-C6A8-614881C3AB0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953250" y="0"/>
            <a:ext cx="5238750" cy="68580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95B46DC2-AB16-5FFC-3CF5-D5CD4E297E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2550" y="2185168"/>
            <a:ext cx="5837271" cy="686821"/>
          </a:xfrm>
        </p:spPr>
        <p:txBody>
          <a:bodyPr/>
          <a:lstStyle>
            <a:lvl1pPr>
              <a:defRPr sz="1800">
                <a:latin typeface="+mn-lt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sub-headline here</a:t>
            </a:r>
          </a:p>
        </p:txBody>
      </p:sp>
      <p:sp>
        <p:nvSpPr>
          <p:cNvPr id="3" name="Graphic 9">
            <a:extLst>
              <a:ext uri="{FF2B5EF4-FFF2-40B4-BE49-F238E27FC236}">
                <a16:creationId xmlns:a16="http://schemas.microsoft.com/office/drawing/2014/main" id="{F9D3FF23-8E8F-8A59-7D53-78235DDACEA4}"/>
              </a:ext>
            </a:extLst>
          </p:cNvPr>
          <p:cNvSpPr/>
          <p:nvPr userDrawn="1"/>
        </p:nvSpPr>
        <p:spPr>
          <a:xfrm>
            <a:off x="11353800" y="266699"/>
            <a:ext cx="457200" cy="457166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rgbClr val="000000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42528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hoto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81317-9F05-4B15-B0D6-EDD09636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55" y="4205114"/>
            <a:ext cx="4214845" cy="1878186"/>
          </a:xfrm>
        </p:spPr>
        <p:txBody>
          <a:bodyPr anchor="t"/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EAB9F8A-DD78-F473-C6A8-614881C3AB0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36830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95B46DC2-AB16-5FFC-3CF5-D5CD4E297E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29200" y="4205114"/>
            <a:ext cx="6780245" cy="1878186"/>
          </a:xfrm>
        </p:spPr>
        <p:txBody>
          <a:bodyPr anchor="t"/>
          <a:lstStyle>
            <a:lvl1pPr>
              <a:defRPr sz="1800">
                <a:latin typeface="+mn-lt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add sub-headline here</a:t>
            </a:r>
          </a:p>
        </p:txBody>
      </p:sp>
      <p:sp>
        <p:nvSpPr>
          <p:cNvPr id="3" name="Graphic 9">
            <a:extLst>
              <a:ext uri="{FF2B5EF4-FFF2-40B4-BE49-F238E27FC236}">
                <a16:creationId xmlns:a16="http://schemas.microsoft.com/office/drawing/2014/main" id="{F9D3FF23-8E8F-8A59-7D53-78235DDACEA4}"/>
              </a:ext>
            </a:extLst>
          </p:cNvPr>
          <p:cNvSpPr/>
          <p:nvPr userDrawn="1"/>
        </p:nvSpPr>
        <p:spPr>
          <a:xfrm>
            <a:off x="11353800" y="266699"/>
            <a:ext cx="457200" cy="457166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rgbClr val="000000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70972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2 Peo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F18D0D-12D3-C298-197E-D469C6B00C98}"/>
              </a:ext>
            </a:extLst>
          </p:cNvPr>
          <p:cNvSpPr/>
          <p:nvPr userDrawn="1"/>
        </p:nvSpPr>
        <p:spPr>
          <a:xfrm>
            <a:off x="6311019" y="1219200"/>
            <a:ext cx="5499978" cy="4914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50DA75-6DE2-E70D-2D99-06817D44A585}"/>
              </a:ext>
            </a:extLst>
          </p:cNvPr>
          <p:cNvSpPr/>
          <p:nvPr userDrawn="1"/>
        </p:nvSpPr>
        <p:spPr>
          <a:xfrm>
            <a:off x="382550" y="1219200"/>
            <a:ext cx="5499978" cy="4914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raphic 9">
            <a:extLst>
              <a:ext uri="{FF2B5EF4-FFF2-40B4-BE49-F238E27FC236}">
                <a16:creationId xmlns:a16="http://schemas.microsoft.com/office/drawing/2014/main" id="{649A7FC8-39BA-F1A0-1830-16A4B96A2C96}"/>
              </a:ext>
            </a:extLst>
          </p:cNvPr>
          <p:cNvSpPr/>
          <p:nvPr userDrawn="1"/>
        </p:nvSpPr>
        <p:spPr>
          <a:xfrm>
            <a:off x="11353800" y="266699"/>
            <a:ext cx="457200" cy="457166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rgbClr val="000000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72CD85B-B282-D9A9-B9F7-A6499DC48CDC}"/>
              </a:ext>
            </a:extLst>
          </p:cNvPr>
          <p:cNvSpPr>
            <a:spLocks noGrp="1"/>
          </p:cNvSpPr>
          <p:nvPr userDrawn="1">
            <p:ph type="pic" sz="quarter" idx="10"/>
          </p:nvPr>
        </p:nvSpPr>
        <p:spPr>
          <a:xfrm>
            <a:off x="703062" y="1543050"/>
            <a:ext cx="2423160" cy="2121408"/>
          </a:xfrm>
          <a:custGeom>
            <a:avLst/>
            <a:gdLst>
              <a:gd name="csX0" fmla="*/ 205865 w 1247775"/>
              <a:gd name="csY0" fmla="*/ 0 h 1247775"/>
              <a:gd name="csX1" fmla="*/ 1247775 w 1247775"/>
              <a:gd name="csY1" fmla="*/ 0 h 1247775"/>
              <a:gd name="csX2" fmla="*/ 1247775 w 1247775"/>
              <a:gd name="csY2" fmla="*/ 1247775 h 1247775"/>
              <a:gd name="csX3" fmla="*/ 0 w 1247775"/>
              <a:gd name="csY3" fmla="*/ 1247775 h 1247775"/>
              <a:gd name="csX4" fmla="*/ 0 w 1247775"/>
              <a:gd name="csY4" fmla="*/ 205865 h 12477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47775" h="1247775">
                <a:moveTo>
                  <a:pt x="205865" y="0"/>
                </a:moveTo>
                <a:lnTo>
                  <a:pt x="1247775" y="0"/>
                </a:lnTo>
                <a:lnTo>
                  <a:pt x="1247775" y="1247775"/>
                </a:lnTo>
                <a:lnTo>
                  <a:pt x="0" y="1247775"/>
                </a:lnTo>
                <a:lnTo>
                  <a:pt x="0" y="20586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8677120-ABEA-7238-0F0C-B487819118AC}"/>
              </a:ext>
            </a:extLst>
          </p:cNvPr>
          <p:cNvSpPr>
            <a:spLocks noGrp="1"/>
          </p:cNvSpPr>
          <p:nvPr userDrawn="1">
            <p:ph type="pic" sz="quarter" idx="11"/>
          </p:nvPr>
        </p:nvSpPr>
        <p:spPr>
          <a:xfrm>
            <a:off x="6631528" y="1543050"/>
            <a:ext cx="2423160" cy="2121408"/>
          </a:xfrm>
          <a:custGeom>
            <a:avLst/>
            <a:gdLst>
              <a:gd name="csX0" fmla="*/ 205865 w 1247775"/>
              <a:gd name="csY0" fmla="*/ 0 h 1247775"/>
              <a:gd name="csX1" fmla="*/ 1247775 w 1247775"/>
              <a:gd name="csY1" fmla="*/ 0 h 1247775"/>
              <a:gd name="csX2" fmla="*/ 1247775 w 1247775"/>
              <a:gd name="csY2" fmla="*/ 1247775 h 1247775"/>
              <a:gd name="csX3" fmla="*/ 0 w 1247775"/>
              <a:gd name="csY3" fmla="*/ 1247775 h 1247775"/>
              <a:gd name="csX4" fmla="*/ 0 w 1247775"/>
              <a:gd name="csY4" fmla="*/ 205865 h 12477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47775" h="1247775">
                <a:moveTo>
                  <a:pt x="205865" y="0"/>
                </a:moveTo>
                <a:lnTo>
                  <a:pt x="1247775" y="0"/>
                </a:lnTo>
                <a:lnTo>
                  <a:pt x="1247775" y="1247775"/>
                </a:lnTo>
                <a:lnTo>
                  <a:pt x="0" y="1247775"/>
                </a:lnTo>
                <a:lnTo>
                  <a:pt x="0" y="20586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9AF4204-B789-DEBA-FB1E-8F29ECA55022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703062" y="3902095"/>
            <a:ext cx="4855464" cy="307777"/>
          </a:xfrm>
        </p:spPr>
        <p:txBody>
          <a:bodyPr wrap="square">
            <a:spAutoFit/>
          </a:bodyPr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8611899-7545-7676-1A00-B076F1150C57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703062" y="4337958"/>
            <a:ext cx="4855464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7CBD7A0A-7037-23F7-4853-6D9E6B4CD7A6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703062" y="4758059"/>
            <a:ext cx="4855464" cy="1160141"/>
          </a:xfrm>
        </p:spPr>
        <p:txBody>
          <a:bodyPr>
            <a:noAutofit/>
          </a:bodyPr>
          <a:lstStyle>
            <a:lvl1pPr>
              <a:defRPr sz="1400"/>
            </a:lvl1pPr>
          </a:lstStyle>
          <a:p>
            <a:pPr lvl="0"/>
            <a:r>
              <a:rPr lang="en-US" dirty="0"/>
              <a:t>Bio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357945EF-D19B-9218-C49D-4E30CAA692BD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6631528" y="3902095"/>
            <a:ext cx="4855464" cy="307777"/>
          </a:xfrm>
        </p:spPr>
        <p:txBody>
          <a:bodyPr wrap="square">
            <a:spAutoFit/>
          </a:bodyPr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DA027B5F-86BD-1796-5C8A-FBE0355CF358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631528" y="4337958"/>
            <a:ext cx="4855464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17458630-9D23-7EC3-E2A6-362CB59E260A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6632303" y="4758059"/>
            <a:ext cx="4857410" cy="1160141"/>
          </a:xfrm>
        </p:spPr>
        <p:txBody>
          <a:bodyPr>
            <a:noAutofit/>
          </a:bodyPr>
          <a:lstStyle>
            <a:lvl1pPr>
              <a:defRPr sz="1400"/>
            </a:lvl1pPr>
          </a:lstStyle>
          <a:p>
            <a:pPr lvl="0"/>
            <a:r>
              <a:rPr lang="en-US" dirty="0"/>
              <a:t>Bio</a:t>
            </a: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0560954C-7C48-063C-A88F-010DAFE7AFC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2556" y="266699"/>
            <a:ext cx="10771632" cy="792843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592878"/>
      </p:ext>
    </p:extLst>
  </p:cSld>
  <p:clrMapOvr>
    <a:masterClrMapping/>
  </p:clrMapOvr>
  <p:hf sldNum="0" hdr="0" dt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3 Peo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134">
            <a:extLst>
              <a:ext uri="{FF2B5EF4-FFF2-40B4-BE49-F238E27FC236}">
                <a16:creationId xmlns:a16="http://schemas.microsoft.com/office/drawing/2014/main" id="{95D43C5A-EE3D-83BF-7B11-9E17626672C3}"/>
              </a:ext>
            </a:extLst>
          </p:cNvPr>
          <p:cNvSpPr/>
          <p:nvPr userDrawn="1"/>
        </p:nvSpPr>
        <p:spPr>
          <a:xfrm>
            <a:off x="4285549" y="1219200"/>
            <a:ext cx="3620902" cy="4914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4D5001D7-7317-0F76-8397-55EAF599D470}"/>
              </a:ext>
            </a:extLst>
          </p:cNvPr>
          <p:cNvSpPr/>
          <p:nvPr userDrawn="1"/>
        </p:nvSpPr>
        <p:spPr>
          <a:xfrm>
            <a:off x="8188547" y="1219200"/>
            <a:ext cx="3620902" cy="4914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B6E64F4B-052C-C317-917F-607C116E54B6}"/>
              </a:ext>
            </a:extLst>
          </p:cNvPr>
          <p:cNvSpPr/>
          <p:nvPr userDrawn="1"/>
        </p:nvSpPr>
        <p:spPr>
          <a:xfrm>
            <a:off x="382551" y="1219200"/>
            <a:ext cx="3620902" cy="4914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raphic 9">
            <a:extLst>
              <a:ext uri="{FF2B5EF4-FFF2-40B4-BE49-F238E27FC236}">
                <a16:creationId xmlns:a16="http://schemas.microsoft.com/office/drawing/2014/main" id="{649A7FC8-39BA-F1A0-1830-16A4B96A2C96}"/>
              </a:ext>
            </a:extLst>
          </p:cNvPr>
          <p:cNvSpPr/>
          <p:nvPr userDrawn="1"/>
        </p:nvSpPr>
        <p:spPr>
          <a:xfrm>
            <a:off x="11353800" y="266699"/>
            <a:ext cx="457200" cy="457166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rgbClr val="000000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211F6CC7-443F-F085-2049-71BCBBA58A42}"/>
              </a:ext>
            </a:extLst>
          </p:cNvPr>
          <p:cNvSpPr>
            <a:spLocks noGrp="1"/>
          </p:cNvSpPr>
          <p:nvPr userDrawn="1">
            <p:ph type="ftr" sz="quarter" idx="3"/>
          </p:nvPr>
        </p:nvSpPr>
        <p:spPr>
          <a:xfrm>
            <a:off x="382551" y="5768975"/>
            <a:ext cx="11428449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72CD85B-B282-D9A9-B9F7-A6499DC48CDC}"/>
              </a:ext>
            </a:extLst>
          </p:cNvPr>
          <p:cNvSpPr>
            <a:spLocks noGrp="1"/>
          </p:cNvSpPr>
          <p:nvPr userDrawn="1">
            <p:ph type="pic" sz="quarter" idx="10"/>
          </p:nvPr>
        </p:nvSpPr>
        <p:spPr>
          <a:xfrm>
            <a:off x="703062" y="1533525"/>
            <a:ext cx="2059312" cy="1802173"/>
          </a:xfrm>
          <a:custGeom>
            <a:avLst/>
            <a:gdLst>
              <a:gd name="csX0" fmla="*/ 205865 w 1247775"/>
              <a:gd name="csY0" fmla="*/ 0 h 1247775"/>
              <a:gd name="csX1" fmla="*/ 1247775 w 1247775"/>
              <a:gd name="csY1" fmla="*/ 0 h 1247775"/>
              <a:gd name="csX2" fmla="*/ 1247775 w 1247775"/>
              <a:gd name="csY2" fmla="*/ 1247775 h 1247775"/>
              <a:gd name="csX3" fmla="*/ 0 w 1247775"/>
              <a:gd name="csY3" fmla="*/ 1247775 h 1247775"/>
              <a:gd name="csX4" fmla="*/ 0 w 1247775"/>
              <a:gd name="csY4" fmla="*/ 205865 h 12477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47775" h="1247775">
                <a:moveTo>
                  <a:pt x="205865" y="0"/>
                </a:moveTo>
                <a:lnTo>
                  <a:pt x="1247775" y="0"/>
                </a:lnTo>
                <a:lnTo>
                  <a:pt x="1247775" y="1247775"/>
                </a:lnTo>
                <a:lnTo>
                  <a:pt x="0" y="1247775"/>
                </a:lnTo>
                <a:lnTo>
                  <a:pt x="0" y="20586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8677120-ABEA-7238-0F0C-B487819118AC}"/>
              </a:ext>
            </a:extLst>
          </p:cNvPr>
          <p:cNvSpPr>
            <a:spLocks noGrp="1"/>
          </p:cNvSpPr>
          <p:nvPr userDrawn="1">
            <p:ph type="pic" sz="quarter" idx="11"/>
          </p:nvPr>
        </p:nvSpPr>
        <p:spPr>
          <a:xfrm>
            <a:off x="4608690" y="1533525"/>
            <a:ext cx="2059312" cy="1802173"/>
          </a:xfrm>
          <a:custGeom>
            <a:avLst/>
            <a:gdLst>
              <a:gd name="csX0" fmla="*/ 205865 w 1247775"/>
              <a:gd name="csY0" fmla="*/ 0 h 1247775"/>
              <a:gd name="csX1" fmla="*/ 1247775 w 1247775"/>
              <a:gd name="csY1" fmla="*/ 0 h 1247775"/>
              <a:gd name="csX2" fmla="*/ 1247775 w 1247775"/>
              <a:gd name="csY2" fmla="*/ 1247775 h 1247775"/>
              <a:gd name="csX3" fmla="*/ 0 w 1247775"/>
              <a:gd name="csY3" fmla="*/ 1247775 h 1247775"/>
              <a:gd name="csX4" fmla="*/ 0 w 1247775"/>
              <a:gd name="csY4" fmla="*/ 205865 h 12477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47775" h="1247775">
                <a:moveTo>
                  <a:pt x="205865" y="0"/>
                </a:moveTo>
                <a:lnTo>
                  <a:pt x="1247775" y="0"/>
                </a:lnTo>
                <a:lnTo>
                  <a:pt x="1247775" y="1247775"/>
                </a:lnTo>
                <a:lnTo>
                  <a:pt x="0" y="1247775"/>
                </a:lnTo>
                <a:lnTo>
                  <a:pt x="0" y="20586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AC4D71E-1CF1-3EB9-0FD7-1B08AB5FF5BC}"/>
              </a:ext>
            </a:extLst>
          </p:cNvPr>
          <p:cNvSpPr>
            <a:spLocks noGrp="1"/>
          </p:cNvSpPr>
          <p:nvPr userDrawn="1">
            <p:ph type="pic" sz="quarter" idx="12"/>
          </p:nvPr>
        </p:nvSpPr>
        <p:spPr>
          <a:xfrm>
            <a:off x="8514317" y="1533525"/>
            <a:ext cx="2059312" cy="1802173"/>
          </a:xfrm>
          <a:custGeom>
            <a:avLst/>
            <a:gdLst>
              <a:gd name="csX0" fmla="*/ 205865 w 1247775"/>
              <a:gd name="csY0" fmla="*/ 0 h 1247775"/>
              <a:gd name="csX1" fmla="*/ 1247775 w 1247775"/>
              <a:gd name="csY1" fmla="*/ 0 h 1247775"/>
              <a:gd name="csX2" fmla="*/ 1247775 w 1247775"/>
              <a:gd name="csY2" fmla="*/ 1247775 h 1247775"/>
              <a:gd name="csX3" fmla="*/ 0 w 1247775"/>
              <a:gd name="csY3" fmla="*/ 1247775 h 1247775"/>
              <a:gd name="csX4" fmla="*/ 0 w 1247775"/>
              <a:gd name="csY4" fmla="*/ 205865 h 12477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47775" h="1247775">
                <a:moveTo>
                  <a:pt x="205865" y="0"/>
                </a:moveTo>
                <a:lnTo>
                  <a:pt x="1247775" y="0"/>
                </a:lnTo>
                <a:lnTo>
                  <a:pt x="1247775" y="1247775"/>
                </a:lnTo>
                <a:lnTo>
                  <a:pt x="0" y="1247775"/>
                </a:lnTo>
                <a:lnTo>
                  <a:pt x="0" y="20586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9AF4204-B789-DEBA-FB1E-8F29ECA55022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703062" y="3532720"/>
            <a:ext cx="2971800" cy="246221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8611899-7545-7676-1A00-B076F1150C57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703062" y="3814684"/>
            <a:ext cx="2971800" cy="169277"/>
          </a:xfrm>
        </p:spPr>
        <p:txBody>
          <a:bodyPr wrap="square">
            <a:spAutoFit/>
          </a:bodyPr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7CBD7A0A-7037-23F7-4853-6D9E6B4CD7A6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703062" y="4308727"/>
            <a:ext cx="2971800" cy="1066548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pPr lvl="0"/>
            <a:r>
              <a:rPr lang="en-US" dirty="0"/>
              <a:t>Bio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357945EF-D19B-9218-C49D-4E30CAA692BD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4608690" y="3532720"/>
            <a:ext cx="2971800" cy="246221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DA027B5F-86BD-1796-5C8A-FBE0355CF358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608690" y="3814684"/>
            <a:ext cx="2971800" cy="169277"/>
          </a:xfrm>
        </p:spPr>
        <p:txBody>
          <a:bodyPr wrap="square">
            <a:spAutoFit/>
          </a:bodyPr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17458630-9D23-7EC3-E2A6-362CB59E260A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4608690" y="4308727"/>
            <a:ext cx="2971800" cy="1066548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pPr lvl="0"/>
            <a:r>
              <a:rPr lang="en-US" dirty="0"/>
              <a:t>Bio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7E394189-A768-AED5-24E3-1DECF10930DA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8514317" y="3532720"/>
            <a:ext cx="2972833" cy="246221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E635E634-6161-7559-9362-01048E21A29F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8514317" y="3814684"/>
            <a:ext cx="2972833" cy="169277"/>
          </a:xfrm>
        </p:spPr>
        <p:txBody>
          <a:bodyPr wrap="square">
            <a:spAutoFit/>
          </a:bodyPr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4080CEA1-85CE-E410-D110-DB5EA991D076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8514317" y="4308727"/>
            <a:ext cx="2972833" cy="1066548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pPr lvl="0"/>
            <a:r>
              <a:rPr lang="en-US" dirty="0"/>
              <a:t>Bio</a:t>
            </a: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0560954C-7C48-063C-A88F-010DAFE7AFC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2556" y="266699"/>
            <a:ext cx="10771632" cy="792843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9791556"/>
      </p:ext>
    </p:extLst>
  </p:cSld>
  <p:clrMapOvr>
    <a:masterClrMapping/>
  </p:clrMapOvr>
  <p:hf sldNum="0" hd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4 Peo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134">
            <a:extLst>
              <a:ext uri="{FF2B5EF4-FFF2-40B4-BE49-F238E27FC236}">
                <a16:creationId xmlns:a16="http://schemas.microsoft.com/office/drawing/2014/main" id="{CCCFD6FC-C4CB-A262-4493-4E28447267D1}"/>
              </a:ext>
            </a:extLst>
          </p:cNvPr>
          <p:cNvSpPr/>
          <p:nvPr userDrawn="1"/>
        </p:nvSpPr>
        <p:spPr>
          <a:xfrm>
            <a:off x="3293263" y="1219200"/>
            <a:ext cx="2700335" cy="4914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96F9F65B-6E6E-E198-0B4C-BDEE72DB9FC6}"/>
              </a:ext>
            </a:extLst>
          </p:cNvPr>
          <p:cNvSpPr/>
          <p:nvPr userDrawn="1"/>
        </p:nvSpPr>
        <p:spPr>
          <a:xfrm>
            <a:off x="6203975" y="1219200"/>
            <a:ext cx="2700335" cy="4914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3C9F0C2A-0AC0-C58D-F610-97E5B22B8525}"/>
              </a:ext>
            </a:extLst>
          </p:cNvPr>
          <p:cNvSpPr/>
          <p:nvPr userDrawn="1"/>
        </p:nvSpPr>
        <p:spPr>
          <a:xfrm>
            <a:off x="9114687" y="1219200"/>
            <a:ext cx="2700335" cy="4914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8CCC0A8E-BA53-42B1-E424-B350055CFC11}"/>
              </a:ext>
            </a:extLst>
          </p:cNvPr>
          <p:cNvSpPr/>
          <p:nvPr userDrawn="1"/>
        </p:nvSpPr>
        <p:spPr>
          <a:xfrm>
            <a:off x="382551" y="1219200"/>
            <a:ext cx="2700335" cy="4914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raphic 9">
            <a:extLst>
              <a:ext uri="{FF2B5EF4-FFF2-40B4-BE49-F238E27FC236}">
                <a16:creationId xmlns:a16="http://schemas.microsoft.com/office/drawing/2014/main" id="{649A7FC8-39BA-F1A0-1830-16A4B96A2C96}"/>
              </a:ext>
            </a:extLst>
          </p:cNvPr>
          <p:cNvSpPr/>
          <p:nvPr userDrawn="1"/>
        </p:nvSpPr>
        <p:spPr>
          <a:xfrm>
            <a:off x="11353800" y="266699"/>
            <a:ext cx="457200" cy="457166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rgbClr val="000000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72CD85B-B282-D9A9-B9F7-A6499DC48CD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3062" y="1533525"/>
            <a:ext cx="2059312" cy="1802173"/>
          </a:xfrm>
          <a:custGeom>
            <a:avLst/>
            <a:gdLst>
              <a:gd name="csX0" fmla="*/ 205865 w 1247775"/>
              <a:gd name="csY0" fmla="*/ 0 h 1247775"/>
              <a:gd name="csX1" fmla="*/ 1247775 w 1247775"/>
              <a:gd name="csY1" fmla="*/ 0 h 1247775"/>
              <a:gd name="csX2" fmla="*/ 1247775 w 1247775"/>
              <a:gd name="csY2" fmla="*/ 1247775 h 1247775"/>
              <a:gd name="csX3" fmla="*/ 0 w 1247775"/>
              <a:gd name="csY3" fmla="*/ 1247775 h 1247775"/>
              <a:gd name="csX4" fmla="*/ 0 w 1247775"/>
              <a:gd name="csY4" fmla="*/ 205865 h 12477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47775" h="1247775">
                <a:moveTo>
                  <a:pt x="205865" y="0"/>
                </a:moveTo>
                <a:lnTo>
                  <a:pt x="1247775" y="0"/>
                </a:lnTo>
                <a:lnTo>
                  <a:pt x="1247775" y="1247775"/>
                </a:lnTo>
                <a:lnTo>
                  <a:pt x="0" y="1247775"/>
                </a:lnTo>
                <a:lnTo>
                  <a:pt x="0" y="20586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8677120-ABEA-7238-0F0C-B487819118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13774" y="1533525"/>
            <a:ext cx="2059312" cy="1802173"/>
          </a:xfrm>
          <a:custGeom>
            <a:avLst/>
            <a:gdLst>
              <a:gd name="csX0" fmla="*/ 205865 w 1247775"/>
              <a:gd name="csY0" fmla="*/ 0 h 1247775"/>
              <a:gd name="csX1" fmla="*/ 1247775 w 1247775"/>
              <a:gd name="csY1" fmla="*/ 0 h 1247775"/>
              <a:gd name="csX2" fmla="*/ 1247775 w 1247775"/>
              <a:gd name="csY2" fmla="*/ 1247775 h 1247775"/>
              <a:gd name="csX3" fmla="*/ 0 w 1247775"/>
              <a:gd name="csY3" fmla="*/ 1247775 h 1247775"/>
              <a:gd name="csX4" fmla="*/ 0 w 1247775"/>
              <a:gd name="csY4" fmla="*/ 205865 h 12477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47775" h="1247775">
                <a:moveTo>
                  <a:pt x="205865" y="0"/>
                </a:moveTo>
                <a:lnTo>
                  <a:pt x="1247775" y="0"/>
                </a:lnTo>
                <a:lnTo>
                  <a:pt x="1247775" y="1247775"/>
                </a:lnTo>
                <a:lnTo>
                  <a:pt x="0" y="1247775"/>
                </a:lnTo>
                <a:lnTo>
                  <a:pt x="0" y="20586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AC4D71E-1CF1-3EB9-0FD7-1B08AB5FF5B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524487" y="1533525"/>
            <a:ext cx="2059312" cy="1802173"/>
          </a:xfrm>
          <a:custGeom>
            <a:avLst/>
            <a:gdLst>
              <a:gd name="csX0" fmla="*/ 205865 w 1247775"/>
              <a:gd name="csY0" fmla="*/ 0 h 1247775"/>
              <a:gd name="csX1" fmla="*/ 1247775 w 1247775"/>
              <a:gd name="csY1" fmla="*/ 0 h 1247775"/>
              <a:gd name="csX2" fmla="*/ 1247775 w 1247775"/>
              <a:gd name="csY2" fmla="*/ 1247775 h 1247775"/>
              <a:gd name="csX3" fmla="*/ 0 w 1247775"/>
              <a:gd name="csY3" fmla="*/ 1247775 h 1247775"/>
              <a:gd name="csX4" fmla="*/ 0 w 1247775"/>
              <a:gd name="csY4" fmla="*/ 205865 h 12477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47775" h="1247775">
                <a:moveTo>
                  <a:pt x="205865" y="0"/>
                </a:moveTo>
                <a:lnTo>
                  <a:pt x="1247775" y="0"/>
                </a:lnTo>
                <a:lnTo>
                  <a:pt x="1247775" y="1247775"/>
                </a:lnTo>
                <a:lnTo>
                  <a:pt x="0" y="1247775"/>
                </a:lnTo>
                <a:lnTo>
                  <a:pt x="0" y="20586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207ABD9-443F-F29F-E284-FBCF6734A4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435199" y="1533525"/>
            <a:ext cx="2059312" cy="1802173"/>
          </a:xfrm>
          <a:custGeom>
            <a:avLst/>
            <a:gdLst>
              <a:gd name="csX0" fmla="*/ 205865 w 1247775"/>
              <a:gd name="csY0" fmla="*/ 0 h 1247775"/>
              <a:gd name="csX1" fmla="*/ 1247775 w 1247775"/>
              <a:gd name="csY1" fmla="*/ 0 h 1247775"/>
              <a:gd name="csX2" fmla="*/ 1247775 w 1247775"/>
              <a:gd name="csY2" fmla="*/ 1247775 h 1247775"/>
              <a:gd name="csX3" fmla="*/ 0 w 1247775"/>
              <a:gd name="csY3" fmla="*/ 1247775 h 1247775"/>
              <a:gd name="csX4" fmla="*/ 0 w 1247775"/>
              <a:gd name="csY4" fmla="*/ 205865 h 12477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47775" h="1247775">
                <a:moveTo>
                  <a:pt x="205865" y="0"/>
                </a:moveTo>
                <a:lnTo>
                  <a:pt x="1247775" y="0"/>
                </a:lnTo>
                <a:lnTo>
                  <a:pt x="1247775" y="1247775"/>
                </a:lnTo>
                <a:lnTo>
                  <a:pt x="0" y="1247775"/>
                </a:lnTo>
                <a:lnTo>
                  <a:pt x="0" y="20586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9AF4204-B789-DEBA-FB1E-8F29ECA550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3062" y="3532720"/>
            <a:ext cx="2059312" cy="246221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8611899-7545-7676-1A00-B076F1150C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3062" y="3808334"/>
            <a:ext cx="2059312" cy="169277"/>
          </a:xfrm>
        </p:spPr>
        <p:txBody>
          <a:bodyPr wrap="square">
            <a:spAutoFit/>
          </a:bodyPr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7CBD7A0A-7037-23F7-4853-6D9E6B4CD7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03062" y="4308727"/>
            <a:ext cx="2059312" cy="1066548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pPr lvl="0"/>
            <a:r>
              <a:rPr lang="en-US" dirty="0"/>
              <a:t>Bio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357945EF-D19B-9218-C49D-4E30CAA692B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13774" y="3532720"/>
            <a:ext cx="2059312" cy="246221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DA027B5F-86BD-1796-5C8A-FBE0355CF35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13774" y="3808334"/>
            <a:ext cx="2059312" cy="169277"/>
          </a:xfrm>
        </p:spPr>
        <p:txBody>
          <a:bodyPr wrap="square">
            <a:spAutoFit/>
          </a:bodyPr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17458630-9D23-7EC3-E2A6-362CB59E26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13774" y="4308727"/>
            <a:ext cx="2059312" cy="1066548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pPr lvl="0"/>
            <a:r>
              <a:rPr lang="en-US" dirty="0"/>
              <a:t>Bio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7E394189-A768-AED5-24E3-1DECF10930D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24487" y="3532720"/>
            <a:ext cx="2059312" cy="246221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E635E634-6161-7559-9362-01048E21A29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24487" y="3808334"/>
            <a:ext cx="2059312" cy="169277"/>
          </a:xfrm>
        </p:spPr>
        <p:txBody>
          <a:bodyPr wrap="square">
            <a:spAutoFit/>
          </a:bodyPr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4080CEA1-85CE-E410-D110-DB5EA991D07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24487" y="4308727"/>
            <a:ext cx="2059312" cy="1066548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pPr lvl="0"/>
            <a:r>
              <a:rPr lang="en-US" dirty="0"/>
              <a:t>Bio</a:t>
            </a:r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0513A3B3-D3A5-2B8D-5C24-CB30467173C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35199" y="3532720"/>
            <a:ext cx="2059312" cy="246221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87DC98B0-E4FE-C238-0DE0-DB2A7BEC168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35199" y="3808334"/>
            <a:ext cx="2059312" cy="169277"/>
          </a:xfrm>
        </p:spPr>
        <p:txBody>
          <a:bodyPr wrap="square">
            <a:spAutoFit/>
          </a:bodyPr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15095722-0F42-EC3E-8533-573D129B4AA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35199" y="4308727"/>
            <a:ext cx="2059312" cy="1066548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pPr lvl="0"/>
            <a:r>
              <a:rPr lang="en-US" dirty="0"/>
              <a:t>Bio</a:t>
            </a: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0560954C-7C48-063C-A88F-010DAFE7A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56" y="266699"/>
            <a:ext cx="10771632" cy="792843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862426"/>
      </p:ext>
    </p:extLst>
  </p:cSld>
  <p:clrMapOvr>
    <a:masterClrMapping/>
  </p:clrMapOvr>
  <p:hf sldNum="0" hd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5 Peo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83FA47B0-FF30-0910-F8A5-DB624924E462}"/>
              </a:ext>
            </a:extLst>
          </p:cNvPr>
          <p:cNvSpPr/>
          <p:nvPr userDrawn="1"/>
        </p:nvSpPr>
        <p:spPr>
          <a:xfrm>
            <a:off x="382552" y="1219200"/>
            <a:ext cx="2151589" cy="4914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811C95A-7A36-4C09-33F3-E1F754BEF760}"/>
              </a:ext>
            </a:extLst>
          </p:cNvPr>
          <p:cNvSpPr/>
          <p:nvPr userDrawn="1"/>
        </p:nvSpPr>
        <p:spPr>
          <a:xfrm>
            <a:off x="2701767" y="1219200"/>
            <a:ext cx="2151589" cy="4914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C07CFF7-3DA5-E39B-450D-A59A08D316A1}"/>
              </a:ext>
            </a:extLst>
          </p:cNvPr>
          <p:cNvSpPr/>
          <p:nvPr userDrawn="1"/>
        </p:nvSpPr>
        <p:spPr>
          <a:xfrm>
            <a:off x="5020982" y="1219200"/>
            <a:ext cx="2151589" cy="4914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CD95540-9969-9BBD-DF51-EB9073F841B9}"/>
              </a:ext>
            </a:extLst>
          </p:cNvPr>
          <p:cNvSpPr/>
          <p:nvPr userDrawn="1"/>
        </p:nvSpPr>
        <p:spPr>
          <a:xfrm>
            <a:off x="7340196" y="1219200"/>
            <a:ext cx="2151589" cy="4914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624C8A7-6A68-9501-8A4A-275EDFB47D38}"/>
              </a:ext>
            </a:extLst>
          </p:cNvPr>
          <p:cNvSpPr/>
          <p:nvPr userDrawn="1"/>
        </p:nvSpPr>
        <p:spPr>
          <a:xfrm>
            <a:off x="9659411" y="1219200"/>
            <a:ext cx="2151589" cy="4914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raphic 9">
            <a:extLst>
              <a:ext uri="{FF2B5EF4-FFF2-40B4-BE49-F238E27FC236}">
                <a16:creationId xmlns:a16="http://schemas.microsoft.com/office/drawing/2014/main" id="{649A7FC8-39BA-F1A0-1830-16A4B96A2C96}"/>
              </a:ext>
            </a:extLst>
          </p:cNvPr>
          <p:cNvSpPr/>
          <p:nvPr userDrawn="1"/>
        </p:nvSpPr>
        <p:spPr>
          <a:xfrm>
            <a:off x="11353800" y="266699"/>
            <a:ext cx="457200" cy="457166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rgbClr val="000000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211F6CC7-443F-F085-2049-71BCBBA58A42}"/>
              </a:ext>
            </a:extLst>
          </p:cNvPr>
          <p:cNvSpPr>
            <a:spLocks noGrp="1"/>
          </p:cNvSpPr>
          <p:nvPr userDrawn="1">
            <p:ph type="ftr" sz="quarter" idx="3"/>
          </p:nvPr>
        </p:nvSpPr>
        <p:spPr>
          <a:xfrm>
            <a:off x="382551" y="5768975"/>
            <a:ext cx="11428449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72CD85B-B282-D9A9-B9F7-A6499DC48CDC}"/>
              </a:ext>
            </a:extLst>
          </p:cNvPr>
          <p:cNvSpPr>
            <a:spLocks noGrp="1"/>
          </p:cNvSpPr>
          <p:nvPr userDrawn="1">
            <p:ph type="pic" sz="quarter" idx="10"/>
          </p:nvPr>
        </p:nvSpPr>
        <p:spPr>
          <a:xfrm>
            <a:off x="658368" y="1482725"/>
            <a:ext cx="1599956" cy="1570709"/>
          </a:xfrm>
          <a:custGeom>
            <a:avLst/>
            <a:gdLst>
              <a:gd name="csX0" fmla="*/ 205865 w 1247775"/>
              <a:gd name="csY0" fmla="*/ 0 h 1247775"/>
              <a:gd name="csX1" fmla="*/ 1247775 w 1247775"/>
              <a:gd name="csY1" fmla="*/ 0 h 1247775"/>
              <a:gd name="csX2" fmla="*/ 1247775 w 1247775"/>
              <a:gd name="csY2" fmla="*/ 1247775 h 1247775"/>
              <a:gd name="csX3" fmla="*/ 0 w 1247775"/>
              <a:gd name="csY3" fmla="*/ 1247775 h 1247775"/>
              <a:gd name="csX4" fmla="*/ 0 w 1247775"/>
              <a:gd name="csY4" fmla="*/ 205865 h 12477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47775" h="1247775">
                <a:moveTo>
                  <a:pt x="205865" y="0"/>
                </a:moveTo>
                <a:lnTo>
                  <a:pt x="1247775" y="0"/>
                </a:lnTo>
                <a:lnTo>
                  <a:pt x="1247775" y="1247775"/>
                </a:lnTo>
                <a:lnTo>
                  <a:pt x="0" y="1247775"/>
                </a:lnTo>
                <a:lnTo>
                  <a:pt x="0" y="20586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8677120-ABEA-7238-0F0C-B487819118AC}"/>
              </a:ext>
            </a:extLst>
          </p:cNvPr>
          <p:cNvSpPr>
            <a:spLocks noGrp="1"/>
          </p:cNvSpPr>
          <p:nvPr userDrawn="1">
            <p:ph type="pic" sz="quarter" idx="11"/>
          </p:nvPr>
        </p:nvSpPr>
        <p:spPr>
          <a:xfrm>
            <a:off x="2977584" y="1482725"/>
            <a:ext cx="1599956" cy="1570709"/>
          </a:xfrm>
          <a:custGeom>
            <a:avLst/>
            <a:gdLst>
              <a:gd name="csX0" fmla="*/ 205865 w 1247775"/>
              <a:gd name="csY0" fmla="*/ 0 h 1247775"/>
              <a:gd name="csX1" fmla="*/ 1247775 w 1247775"/>
              <a:gd name="csY1" fmla="*/ 0 h 1247775"/>
              <a:gd name="csX2" fmla="*/ 1247775 w 1247775"/>
              <a:gd name="csY2" fmla="*/ 1247775 h 1247775"/>
              <a:gd name="csX3" fmla="*/ 0 w 1247775"/>
              <a:gd name="csY3" fmla="*/ 1247775 h 1247775"/>
              <a:gd name="csX4" fmla="*/ 0 w 1247775"/>
              <a:gd name="csY4" fmla="*/ 205865 h 12477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47775" h="1247775">
                <a:moveTo>
                  <a:pt x="205865" y="0"/>
                </a:moveTo>
                <a:lnTo>
                  <a:pt x="1247775" y="0"/>
                </a:lnTo>
                <a:lnTo>
                  <a:pt x="1247775" y="1247775"/>
                </a:lnTo>
                <a:lnTo>
                  <a:pt x="0" y="1247775"/>
                </a:lnTo>
                <a:lnTo>
                  <a:pt x="0" y="20586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AC4D71E-1CF1-3EB9-0FD7-1B08AB5FF5BC}"/>
              </a:ext>
            </a:extLst>
          </p:cNvPr>
          <p:cNvSpPr>
            <a:spLocks noGrp="1"/>
          </p:cNvSpPr>
          <p:nvPr userDrawn="1">
            <p:ph type="pic" sz="quarter" idx="12"/>
          </p:nvPr>
        </p:nvSpPr>
        <p:spPr>
          <a:xfrm>
            <a:off x="5296798" y="1482725"/>
            <a:ext cx="1599956" cy="1570709"/>
          </a:xfrm>
          <a:custGeom>
            <a:avLst/>
            <a:gdLst>
              <a:gd name="csX0" fmla="*/ 205865 w 1247775"/>
              <a:gd name="csY0" fmla="*/ 0 h 1247775"/>
              <a:gd name="csX1" fmla="*/ 1247775 w 1247775"/>
              <a:gd name="csY1" fmla="*/ 0 h 1247775"/>
              <a:gd name="csX2" fmla="*/ 1247775 w 1247775"/>
              <a:gd name="csY2" fmla="*/ 1247775 h 1247775"/>
              <a:gd name="csX3" fmla="*/ 0 w 1247775"/>
              <a:gd name="csY3" fmla="*/ 1247775 h 1247775"/>
              <a:gd name="csX4" fmla="*/ 0 w 1247775"/>
              <a:gd name="csY4" fmla="*/ 205865 h 12477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47775" h="1247775">
                <a:moveTo>
                  <a:pt x="205865" y="0"/>
                </a:moveTo>
                <a:lnTo>
                  <a:pt x="1247775" y="0"/>
                </a:lnTo>
                <a:lnTo>
                  <a:pt x="1247775" y="1247775"/>
                </a:lnTo>
                <a:lnTo>
                  <a:pt x="0" y="1247775"/>
                </a:lnTo>
                <a:lnTo>
                  <a:pt x="0" y="20586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207ABD9-443F-F29F-E284-FBCF6734A41C}"/>
              </a:ext>
            </a:extLst>
          </p:cNvPr>
          <p:cNvSpPr>
            <a:spLocks noGrp="1"/>
          </p:cNvSpPr>
          <p:nvPr userDrawn="1">
            <p:ph type="pic" sz="quarter" idx="13"/>
          </p:nvPr>
        </p:nvSpPr>
        <p:spPr>
          <a:xfrm>
            <a:off x="7616013" y="1482725"/>
            <a:ext cx="1599956" cy="1570709"/>
          </a:xfrm>
          <a:custGeom>
            <a:avLst/>
            <a:gdLst>
              <a:gd name="csX0" fmla="*/ 205865 w 1247775"/>
              <a:gd name="csY0" fmla="*/ 0 h 1247775"/>
              <a:gd name="csX1" fmla="*/ 1247775 w 1247775"/>
              <a:gd name="csY1" fmla="*/ 0 h 1247775"/>
              <a:gd name="csX2" fmla="*/ 1247775 w 1247775"/>
              <a:gd name="csY2" fmla="*/ 1247775 h 1247775"/>
              <a:gd name="csX3" fmla="*/ 0 w 1247775"/>
              <a:gd name="csY3" fmla="*/ 1247775 h 1247775"/>
              <a:gd name="csX4" fmla="*/ 0 w 1247775"/>
              <a:gd name="csY4" fmla="*/ 205865 h 12477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47775" h="1247775">
                <a:moveTo>
                  <a:pt x="205865" y="0"/>
                </a:moveTo>
                <a:lnTo>
                  <a:pt x="1247775" y="0"/>
                </a:lnTo>
                <a:lnTo>
                  <a:pt x="1247775" y="1247775"/>
                </a:lnTo>
                <a:lnTo>
                  <a:pt x="0" y="1247775"/>
                </a:lnTo>
                <a:lnTo>
                  <a:pt x="0" y="20586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9AF4204-B789-DEBA-FB1E-8F29ECA550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8368" y="3327400"/>
            <a:ext cx="1644650" cy="246221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8611899-7545-7676-1A00-B076F1150C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8368" y="3857962"/>
            <a:ext cx="1644650" cy="169277"/>
          </a:xfrm>
        </p:spPr>
        <p:txBody>
          <a:bodyPr wrap="square">
            <a:spAutoFit/>
          </a:bodyPr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7CBD7A0A-7037-23F7-4853-6D9E6B4CD7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8368" y="4308727"/>
            <a:ext cx="1644650" cy="1066548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pPr lvl="0"/>
            <a:r>
              <a:rPr lang="en-US" dirty="0"/>
              <a:t>Bio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357945EF-D19B-9218-C49D-4E30CAA692BD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2954602" y="3327400"/>
            <a:ext cx="1645920" cy="246221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DA027B5F-86BD-1796-5C8A-FBE0355CF358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2954602" y="3857962"/>
            <a:ext cx="1645920" cy="169277"/>
          </a:xfrm>
        </p:spPr>
        <p:txBody>
          <a:bodyPr wrap="square">
            <a:spAutoFit/>
          </a:bodyPr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17458630-9D23-7EC3-E2A6-362CB59E260A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2954602" y="4308727"/>
            <a:ext cx="1645920" cy="1066548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pPr lvl="0"/>
            <a:r>
              <a:rPr lang="en-US" dirty="0"/>
              <a:t>Bio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7E394189-A768-AED5-24E3-1DECF10930DA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5273816" y="3327400"/>
            <a:ext cx="1645920" cy="246221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E635E634-6161-7559-9362-01048E21A29F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5273816" y="3857962"/>
            <a:ext cx="1645920" cy="169277"/>
          </a:xfrm>
        </p:spPr>
        <p:txBody>
          <a:bodyPr wrap="square">
            <a:spAutoFit/>
          </a:bodyPr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4080CEA1-85CE-E410-D110-DB5EA991D076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5273816" y="4308727"/>
            <a:ext cx="1645920" cy="1066548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pPr lvl="0"/>
            <a:r>
              <a:rPr lang="en-US" dirty="0"/>
              <a:t>Bio</a:t>
            </a:r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0513A3B3-D3A5-2B8D-5C24-CB30467173C2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7593031" y="3327400"/>
            <a:ext cx="1645920" cy="246221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87DC98B0-E4FE-C238-0DE0-DB2A7BEC1681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7593031" y="3857962"/>
            <a:ext cx="1645920" cy="169277"/>
          </a:xfrm>
        </p:spPr>
        <p:txBody>
          <a:bodyPr wrap="square">
            <a:spAutoFit/>
          </a:bodyPr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15095722-0F42-EC3E-8533-573D129B4AA9}"/>
              </a:ext>
            </a:extLst>
          </p:cNvPr>
          <p:cNvSpPr>
            <a:spLocks noGrp="1"/>
          </p:cNvSpPr>
          <p:nvPr userDrawn="1">
            <p:ph type="body" sz="quarter" idx="25" hasCustomPrompt="1"/>
          </p:nvPr>
        </p:nvSpPr>
        <p:spPr>
          <a:xfrm>
            <a:off x="7593031" y="4308727"/>
            <a:ext cx="1645920" cy="1066548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pPr lvl="0"/>
            <a:r>
              <a:rPr lang="en-US" dirty="0"/>
              <a:t>Bio</a:t>
            </a: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0560954C-7C48-063C-A88F-010DAFE7AFC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2556" y="266699"/>
            <a:ext cx="10771632" cy="792843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16C645C8-DC91-10FA-7C69-7500B194FAB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935228" y="1482725"/>
            <a:ext cx="1599956" cy="1570709"/>
          </a:xfrm>
          <a:custGeom>
            <a:avLst/>
            <a:gdLst>
              <a:gd name="csX0" fmla="*/ 205865 w 1247775"/>
              <a:gd name="csY0" fmla="*/ 0 h 1247775"/>
              <a:gd name="csX1" fmla="*/ 1247775 w 1247775"/>
              <a:gd name="csY1" fmla="*/ 0 h 1247775"/>
              <a:gd name="csX2" fmla="*/ 1247775 w 1247775"/>
              <a:gd name="csY2" fmla="*/ 1247775 h 1247775"/>
              <a:gd name="csX3" fmla="*/ 0 w 1247775"/>
              <a:gd name="csY3" fmla="*/ 1247775 h 1247775"/>
              <a:gd name="csX4" fmla="*/ 0 w 1247775"/>
              <a:gd name="csY4" fmla="*/ 205865 h 12477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47775" h="1247775">
                <a:moveTo>
                  <a:pt x="205865" y="0"/>
                </a:moveTo>
                <a:lnTo>
                  <a:pt x="1247775" y="0"/>
                </a:lnTo>
                <a:lnTo>
                  <a:pt x="1247775" y="1247775"/>
                </a:lnTo>
                <a:lnTo>
                  <a:pt x="0" y="1247775"/>
                </a:lnTo>
                <a:lnTo>
                  <a:pt x="0" y="20586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51787A63-66D6-93CD-0C0C-AB1FF8F406F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912246" y="3327400"/>
            <a:ext cx="1645920" cy="246221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E833FD30-5E7E-3228-9828-6FC98996FC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912246" y="3857962"/>
            <a:ext cx="1645920" cy="169277"/>
          </a:xfrm>
        </p:spPr>
        <p:txBody>
          <a:bodyPr wrap="square">
            <a:spAutoFit/>
          </a:bodyPr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CEB6899D-9517-6118-A1EC-3A9677A8F2C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912246" y="4308727"/>
            <a:ext cx="1645920" cy="1066548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pPr lvl="0"/>
            <a:r>
              <a:rPr lang="en-US" dirty="0"/>
              <a:t>Bio</a:t>
            </a:r>
          </a:p>
        </p:txBody>
      </p:sp>
    </p:spTree>
    <p:extLst>
      <p:ext uri="{BB962C8B-B14F-4D97-AF65-F5344CB8AC3E}">
        <p14:creationId xmlns:p14="http://schemas.microsoft.com/office/powerpoint/2010/main" val="2815792910"/>
      </p:ext>
    </p:extLst>
  </p:cSld>
  <p:clrMapOvr>
    <a:masterClrMapping/>
  </p:clrMapOvr>
  <p:hf sldNum="0" hd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6 Peo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Rectangle 247">
            <a:extLst>
              <a:ext uri="{FF2B5EF4-FFF2-40B4-BE49-F238E27FC236}">
                <a16:creationId xmlns:a16="http://schemas.microsoft.com/office/drawing/2014/main" id="{246F2687-949D-31C2-2F0A-3155EA87E11E}"/>
              </a:ext>
            </a:extLst>
          </p:cNvPr>
          <p:cNvSpPr/>
          <p:nvPr userDrawn="1"/>
        </p:nvSpPr>
        <p:spPr>
          <a:xfrm>
            <a:off x="6324427" y="2914384"/>
            <a:ext cx="5486400" cy="15229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C4315472-717C-9DD0-E5A0-854113893AB4}"/>
              </a:ext>
            </a:extLst>
          </p:cNvPr>
          <p:cNvSpPr/>
          <p:nvPr userDrawn="1"/>
        </p:nvSpPr>
        <p:spPr>
          <a:xfrm>
            <a:off x="6324427" y="4609568"/>
            <a:ext cx="5486400" cy="15229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23A4C1E1-0D91-0B79-063D-3906671892EB}"/>
              </a:ext>
            </a:extLst>
          </p:cNvPr>
          <p:cNvSpPr/>
          <p:nvPr userDrawn="1"/>
        </p:nvSpPr>
        <p:spPr>
          <a:xfrm>
            <a:off x="6324427" y="1219200"/>
            <a:ext cx="5486400" cy="15229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CA688E59-C5C5-A8F0-E558-ECDED97EE521}"/>
              </a:ext>
            </a:extLst>
          </p:cNvPr>
          <p:cNvSpPr/>
          <p:nvPr userDrawn="1"/>
        </p:nvSpPr>
        <p:spPr>
          <a:xfrm>
            <a:off x="382551" y="2914384"/>
            <a:ext cx="5486400" cy="15229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0D839446-1684-4BFC-49EB-BB5D5DB00221}"/>
              </a:ext>
            </a:extLst>
          </p:cNvPr>
          <p:cNvSpPr/>
          <p:nvPr userDrawn="1"/>
        </p:nvSpPr>
        <p:spPr>
          <a:xfrm>
            <a:off x="382551" y="4609568"/>
            <a:ext cx="5486400" cy="15229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C2FE2685-418C-02DA-91EC-8EC4D8ABE286}"/>
              </a:ext>
            </a:extLst>
          </p:cNvPr>
          <p:cNvSpPr/>
          <p:nvPr userDrawn="1"/>
        </p:nvSpPr>
        <p:spPr>
          <a:xfrm>
            <a:off x="382551" y="1219200"/>
            <a:ext cx="5486400" cy="15229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raphic 9">
            <a:extLst>
              <a:ext uri="{FF2B5EF4-FFF2-40B4-BE49-F238E27FC236}">
                <a16:creationId xmlns:a16="http://schemas.microsoft.com/office/drawing/2014/main" id="{649A7FC8-39BA-F1A0-1830-16A4B96A2C96}"/>
              </a:ext>
            </a:extLst>
          </p:cNvPr>
          <p:cNvSpPr/>
          <p:nvPr userDrawn="1"/>
        </p:nvSpPr>
        <p:spPr>
          <a:xfrm>
            <a:off x="11353800" y="266699"/>
            <a:ext cx="457200" cy="457166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rgbClr val="000000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72CD85B-B282-D9A9-B9F7-A6499DC48CDC}"/>
              </a:ext>
            </a:extLst>
          </p:cNvPr>
          <p:cNvSpPr>
            <a:spLocks noGrp="1"/>
          </p:cNvSpPr>
          <p:nvPr userDrawn="1">
            <p:ph type="pic" sz="quarter" idx="10"/>
          </p:nvPr>
        </p:nvSpPr>
        <p:spPr>
          <a:xfrm>
            <a:off x="699643" y="1478455"/>
            <a:ext cx="1023138" cy="1004435"/>
          </a:xfrm>
          <a:custGeom>
            <a:avLst/>
            <a:gdLst>
              <a:gd name="csX0" fmla="*/ 205865 w 1247775"/>
              <a:gd name="csY0" fmla="*/ 0 h 1247775"/>
              <a:gd name="csX1" fmla="*/ 1247775 w 1247775"/>
              <a:gd name="csY1" fmla="*/ 0 h 1247775"/>
              <a:gd name="csX2" fmla="*/ 1247775 w 1247775"/>
              <a:gd name="csY2" fmla="*/ 1247775 h 1247775"/>
              <a:gd name="csX3" fmla="*/ 0 w 1247775"/>
              <a:gd name="csY3" fmla="*/ 1247775 h 1247775"/>
              <a:gd name="csX4" fmla="*/ 0 w 1247775"/>
              <a:gd name="csY4" fmla="*/ 205865 h 12477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47775" h="1247775">
                <a:moveTo>
                  <a:pt x="205865" y="0"/>
                </a:moveTo>
                <a:lnTo>
                  <a:pt x="1247775" y="0"/>
                </a:lnTo>
                <a:lnTo>
                  <a:pt x="1247775" y="1247775"/>
                </a:lnTo>
                <a:lnTo>
                  <a:pt x="0" y="1247775"/>
                </a:lnTo>
                <a:lnTo>
                  <a:pt x="0" y="20586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8677120-ABEA-7238-0F0C-B487819118AC}"/>
              </a:ext>
            </a:extLst>
          </p:cNvPr>
          <p:cNvSpPr>
            <a:spLocks noGrp="1"/>
          </p:cNvSpPr>
          <p:nvPr userDrawn="1">
            <p:ph type="pic" sz="quarter" idx="11"/>
          </p:nvPr>
        </p:nvSpPr>
        <p:spPr>
          <a:xfrm>
            <a:off x="699643" y="3173639"/>
            <a:ext cx="1023138" cy="1004435"/>
          </a:xfrm>
          <a:custGeom>
            <a:avLst/>
            <a:gdLst>
              <a:gd name="csX0" fmla="*/ 205865 w 1247775"/>
              <a:gd name="csY0" fmla="*/ 0 h 1247775"/>
              <a:gd name="csX1" fmla="*/ 1247775 w 1247775"/>
              <a:gd name="csY1" fmla="*/ 0 h 1247775"/>
              <a:gd name="csX2" fmla="*/ 1247775 w 1247775"/>
              <a:gd name="csY2" fmla="*/ 1247775 h 1247775"/>
              <a:gd name="csX3" fmla="*/ 0 w 1247775"/>
              <a:gd name="csY3" fmla="*/ 1247775 h 1247775"/>
              <a:gd name="csX4" fmla="*/ 0 w 1247775"/>
              <a:gd name="csY4" fmla="*/ 205865 h 12477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47775" h="1247775">
                <a:moveTo>
                  <a:pt x="205865" y="0"/>
                </a:moveTo>
                <a:lnTo>
                  <a:pt x="1247775" y="0"/>
                </a:lnTo>
                <a:lnTo>
                  <a:pt x="1247775" y="1247775"/>
                </a:lnTo>
                <a:lnTo>
                  <a:pt x="0" y="1247775"/>
                </a:lnTo>
                <a:lnTo>
                  <a:pt x="0" y="20586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AC4D71E-1CF1-3EB9-0FD7-1B08AB5FF5BC}"/>
              </a:ext>
            </a:extLst>
          </p:cNvPr>
          <p:cNvSpPr>
            <a:spLocks noGrp="1"/>
          </p:cNvSpPr>
          <p:nvPr userDrawn="1">
            <p:ph type="pic" sz="quarter" idx="12"/>
          </p:nvPr>
        </p:nvSpPr>
        <p:spPr>
          <a:xfrm>
            <a:off x="689515" y="4868823"/>
            <a:ext cx="1023138" cy="1004435"/>
          </a:xfrm>
          <a:custGeom>
            <a:avLst/>
            <a:gdLst>
              <a:gd name="csX0" fmla="*/ 205865 w 1247775"/>
              <a:gd name="csY0" fmla="*/ 0 h 1247775"/>
              <a:gd name="csX1" fmla="*/ 1247775 w 1247775"/>
              <a:gd name="csY1" fmla="*/ 0 h 1247775"/>
              <a:gd name="csX2" fmla="*/ 1247775 w 1247775"/>
              <a:gd name="csY2" fmla="*/ 1247775 h 1247775"/>
              <a:gd name="csX3" fmla="*/ 0 w 1247775"/>
              <a:gd name="csY3" fmla="*/ 1247775 h 1247775"/>
              <a:gd name="csX4" fmla="*/ 0 w 1247775"/>
              <a:gd name="csY4" fmla="*/ 205865 h 12477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47775" h="1247775">
                <a:moveTo>
                  <a:pt x="205865" y="0"/>
                </a:moveTo>
                <a:lnTo>
                  <a:pt x="1247775" y="0"/>
                </a:lnTo>
                <a:lnTo>
                  <a:pt x="1247775" y="1247775"/>
                </a:lnTo>
                <a:lnTo>
                  <a:pt x="0" y="1247775"/>
                </a:lnTo>
                <a:lnTo>
                  <a:pt x="0" y="20586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207ABD9-443F-F29F-E284-FBCF6734A41C}"/>
              </a:ext>
            </a:extLst>
          </p:cNvPr>
          <p:cNvSpPr>
            <a:spLocks noGrp="1"/>
          </p:cNvSpPr>
          <p:nvPr userDrawn="1">
            <p:ph type="pic" sz="quarter" idx="13"/>
          </p:nvPr>
        </p:nvSpPr>
        <p:spPr>
          <a:xfrm>
            <a:off x="6645104" y="1477753"/>
            <a:ext cx="1024128" cy="1005840"/>
          </a:xfrm>
          <a:custGeom>
            <a:avLst/>
            <a:gdLst>
              <a:gd name="csX0" fmla="*/ 205865 w 1247775"/>
              <a:gd name="csY0" fmla="*/ 0 h 1247775"/>
              <a:gd name="csX1" fmla="*/ 1247775 w 1247775"/>
              <a:gd name="csY1" fmla="*/ 0 h 1247775"/>
              <a:gd name="csX2" fmla="*/ 1247775 w 1247775"/>
              <a:gd name="csY2" fmla="*/ 1247775 h 1247775"/>
              <a:gd name="csX3" fmla="*/ 0 w 1247775"/>
              <a:gd name="csY3" fmla="*/ 1247775 h 1247775"/>
              <a:gd name="csX4" fmla="*/ 0 w 1247775"/>
              <a:gd name="csY4" fmla="*/ 205865 h 12477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47775" h="1247775">
                <a:moveTo>
                  <a:pt x="205865" y="0"/>
                </a:moveTo>
                <a:lnTo>
                  <a:pt x="1247775" y="0"/>
                </a:lnTo>
                <a:lnTo>
                  <a:pt x="1247775" y="1247775"/>
                </a:lnTo>
                <a:lnTo>
                  <a:pt x="0" y="1247775"/>
                </a:lnTo>
                <a:lnTo>
                  <a:pt x="0" y="20586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9AF4204-B789-DEBA-FB1E-8F29ECA55022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2071242" y="1491864"/>
            <a:ext cx="3463351" cy="246221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8611899-7545-7676-1A00-B076F1150C57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2071242" y="1773828"/>
            <a:ext cx="3463351" cy="169277"/>
          </a:xfrm>
        </p:spPr>
        <p:txBody>
          <a:bodyPr wrap="square">
            <a:spAutoFit/>
          </a:bodyPr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7CBD7A0A-7037-23F7-4853-6D9E6B4CD7A6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2071242" y="2131436"/>
            <a:ext cx="3463351" cy="354137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pPr lvl="0"/>
            <a:r>
              <a:rPr lang="en-US" dirty="0"/>
              <a:t>Bio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357945EF-D19B-9218-C49D-4E30CAA692BD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2071242" y="3185199"/>
            <a:ext cx="3466025" cy="246221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DA027B5F-86BD-1796-5C8A-FBE0355CF358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2071242" y="3467163"/>
            <a:ext cx="3466025" cy="169277"/>
          </a:xfrm>
        </p:spPr>
        <p:txBody>
          <a:bodyPr wrap="square">
            <a:spAutoFit/>
          </a:bodyPr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17458630-9D23-7EC3-E2A6-362CB59E260A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2071242" y="3824771"/>
            <a:ext cx="3466025" cy="354137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pPr lvl="0"/>
            <a:r>
              <a:rPr lang="en-US" dirty="0"/>
              <a:t>Bio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7E394189-A768-AED5-24E3-1DECF10930DA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2071242" y="4871118"/>
            <a:ext cx="3466025" cy="246221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E635E634-6161-7559-9362-01048E21A29F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2071242" y="5153082"/>
            <a:ext cx="3466025" cy="169277"/>
          </a:xfrm>
        </p:spPr>
        <p:txBody>
          <a:bodyPr wrap="square">
            <a:spAutoFit/>
          </a:bodyPr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4080CEA1-85CE-E410-D110-DB5EA991D076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2071242" y="5510690"/>
            <a:ext cx="3466025" cy="354137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pPr lvl="0"/>
            <a:r>
              <a:rPr lang="en-US" dirty="0"/>
              <a:t>Bio</a:t>
            </a:r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0513A3B3-D3A5-2B8D-5C24-CB30467173C2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8015134" y="1484828"/>
            <a:ext cx="3465576" cy="246221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87DC98B0-E4FE-C238-0DE0-DB2A7BEC1681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8015134" y="1766792"/>
            <a:ext cx="3465576" cy="169277"/>
          </a:xfrm>
        </p:spPr>
        <p:txBody>
          <a:bodyPr wrap="square">
            <a:spAutoFit/>
          </a:bodyPr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15095722-0F42-EC3E-8533-573D129B4AA9}"/>
              </a:ext>
            </a:extLst>
          </p:cNvPr>
          <p:cNvSpPr>
            <a:spLocks noGrp="1"/>
          </p:cNvSpPr>
          <p:nvPr userDrawn="1">
            <p:ph type="body" sz="quarter" idx="25" hasCustomPrompt="1"/>
          </p:nvPr>
        </p:nvSpPr>
        <p:spPr>
          <a:xfrm>
            <a:off x="8015134" y="2124400"/>
            <a:ext cx="3465576" cy="354137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pPr lvl="0"/>
            <a:r>
              <a:rPr lang="en-US" dirty="0"/>
              <a:t>Bio</a:t>
            </a: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0560954C-7C48-063C-A88F-010DAFE7AFC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2556" y="266699"/>
            <a:ext cx="10771632" cy="792843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16C645C8-DC91-10FA-7C69-7500B194FAB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645104" y="3172936"/>
            <a:ext cx="1024128" cy="1005840"/>
          </a:xfrm>
          <a:custGeom>
            <a:avLst/>
            <a:gdLst>
              <a:gd name="csX0" fmla="*/ 205865 w 1247775"/>
              <a:gd name="csY0" fmla="*/ 0 h 1247775"/>
              <a:gd name="csX1" fmla="*/ 1247775 w 1247775"/>
              <a:gd name="csY1" fmla="*/ 0 h 1247775"/>
              <a:gd name="csX2" fmla="*/ 1247775 w 1247775"/>
              <a:gd name="csY2" fmla="*/ 1247775 h 1247775"/>
              <a:gd name="csX3" fmla="*/ 0 w 1247775"/>
              <a:gd name="csY3" fmla="*/ 1247775 h 1247775"/>
              <a:gd name="csX4" fmla="*/ 0 w 1247775"/>
              <a:gd name="csY4" fmla="*/ 205865 h 12477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47775" h="1247775">
                <a:moveTo>
                  <a:pt x="205865" y="0"/>
                </a:moveTo>
                <a:lnTo>
                  <a:pt x="1247775" y="0"/>
                </a:lnTo>
                <a:lnTo>
                  <a:pt x="1247775" y="1247775"/>
                </a:lnTo>
                <a:lnTo>
                  <a:pt x="0" y="1247775"/>
                </a:lnTo>
                <a:lnTo>
                  <a:pt x="0" y="20586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51787A63-66D6-93CD-0C0C-AB1FF8F406F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15134" y="3185199"/>
            <a:ext cx="3465576" cy="246221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E833FD30-5E7E-3228-9828-6FC98996FC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015134" y="3467163"/>
            <a:ext cx="3465576" cy="169277"/>
          </a:xfrm>
        </p:spPr>
        <p:txBody>
          <a:bodyPr wrap="square">
            <a:spAutoFit/>
          </a:bodyPr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CEB6899D-9517-6118-A1EC-3A9677A8F2C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015134" y="3824771"/>
            <a:ext cx="3465576" cy="354137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pPr lvl="0"/>
            <a:r>
              <a:rPr lang="en-US" dirty="0"/>
              <a:t>Bio</a:t>
            </a:r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EF367AB4-9E3B-3F5B-1461-4241938AABD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45104" y="4868120"/>
            <a:ext cx="1024128" cy="1005840"/>
          </a:xfrm>
          <a:custGeom>
            <a:avLst/>
            <a:gdLst>
              <a:gd name="csX0" fmla="*/ 205865 w 1247775"/>
              <a:gd name="csY0" fmla="*/ 0 h 1247775"/>
              <a:gd name="csX1" fmla="*/ 1247775 w 1247775"/>
              <a:gd name="csY1" fmla="*/ 0 h 1247775"/>
              <a:gd name="csX2" fmla="*/ 1247775 w 1247775"/>
              <a:gd name="csY2" fmla="*/ 1247775 h 1247775"/>
              <a:gd name="csX3" fmla="*/ 0 w 1247775"/>
              <a:gd name="csY3" fmla="*/ 1247775 h 1247775"/>
              <a:gd name="csX4" fmla="*/ 0 w 1247775"/>
              <a:gd name="csY4" fmla="*/ 205865 h 12477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47775" h="1247775">
                <a:moveTo>
                  <a:pt x="205865" y="0"/>
                </a:moveTo>
                <a:lnTo>
                  <a:pt x="1247775" y="0"/>
                </a:lnTo>
                <a:lnTo>
                  <a:pt x="1247775" y="1247775"/>
                </a:lnTo>
                <a:lnTo>
                  <a:pt x="0" y="1247775"/>
                </a:lnTo>
                <a:lnTo>
                  <a:pt x="0" y="20586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6006F736-7709-8A27-9D67-6828BF097FF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015134" y="4863100"/>
            <a:ext cx="3465576" cy="246221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8D8CCC95-890B-5DB0-391E-24876C7E236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015134" y="5145064"/>
            <a:ext cx="3465576" cy="169277"/>
          </a:xfrm>
        </p:spPr>
        <p:txBody>
          <a:bodyPr wrap="square">
            <a:spAutoFit/>
          </a:bodyPr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7C15D4AB-37B8-763E-AD92-863F92FE1FA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015134" y="5502672"/>
            <a:ext cx="3465576" cy="354137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pPr lvl="0"/>
            <a:r>
              <a:rPr lang="en-US" dirty="0"/>
              <a:t>Bio</a:t>
            </a:r>
          </a:p>
        </p:txBody>
      </p:sp>
    </p:spTree>
    <p:extLst>
      <p:ext uri="{BB962C8B-B14F-4D97-AF65-F5344CB8AC3E}">
        <p14:creationId xmlns:p14="http://schemas.microsoft.com/office/powerpoint/2010/main" val="772174139"/>
      </p:ext>
    </p:extLst>
  </p:cSld>
  <p:clrMapOvr>
    <a:masterClrMapping/>
  </p:clrMapOvr>
  <p:hf sldNum="0" hdr="0" dt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vice Mockup - Phon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5BE31470-2528-5C98-1068-6C6E7A262361}"/>
              </a:ext>
            </a:extLst>
          </p:cNvPr>
          <p:cNvSpPr/>
          <p:nvPr userDrawn="1"/>
        </p:nvSpPr>
        <p:spPr>
          <a:xfrm>
            <a:off x="9326880" y="0"/>
            <a:ext cx="286512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raphic 9">
            <a:extLst>
              <a:ext uri="{FF2B5EF4-FFF2-40B4-BE49-F238E27FC236}">
                <a16:creationId xmlns:a16="http://schemas.microsoft.com/office/drawing/2014/main" id="{649A7FC8-39BA-F1A0-1830-16A4B96A2C96}"/>
              </a:ext>
            </a:extLst>
          </p:cNvPr>
          <p:cNvSpPr/>
          <p:nvPr userDrawn="1"/>
        </p:nvSpPr>
        <p:spPr>
          <a:xfrm>
            <a:off x="11353800" y="266699"/>
            <a:ext cx="457200" cy="457166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rgbClr val="000000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0560954C-7C48-063C-A88F-010DAFE7AFC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2556" y="266699"/>
            <a:ext cx="5713412" cy="792843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10150676-FD37-9839-7FF5-DC68280FEF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2588" y="1219200"/>
            <a:ext cx="5713412" cy="49149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D42AD7B-B566-25EB-92BD-2EF4AF2CFE3B}"/>
              </a:ext>
            </a:extLst>
          </p:cNvPr>
          <p:cNvSpPr/>
          <p:nvPr userDrawn="1"/>
        </p:nvSpPr>
        <p:spPr>
          <a:xfrm>
            <a:off x="8086846" y="822978"/>
            <a:ext cx="2496896" cy="5200384"/>
          </a:xfrm>
          <a:prstGeom prst="roundRect">
            <a:avLst>
              <a:gd name="adj" fmla="val 14760"/>
            </a:avLst>
          </a:prstGeom>
          <a:solidFill>
            <a:schemeClr val="tx1"/>
          </a:solidFill>
          <a:ln w="2386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4136B57-3A24-E0E6-5D12-01BF975185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75099" y="911373"/>
            <a:ext cx="2320369" cy="5023618"/>
          </a:xfrm>
          <a:custGeom>
            <a:avLst/>
            <a:gdLst>
              <a:gd name="csX0" fmla="*/ 920749 w 2320369"/>
              <a:gd name="csY0" fmla="*/ 72445 h 5023618"/>
              <a:gd name="csX1" fmla="*/ 823041 w 2320369"/>
              <a:gd name="csY1" fmla="*/ 170153 h 5023618"/>
              <a:gd name="csX2" fmla="*/ 920749 w 2320369"/>
              <a:gd name="csY2" fmla="*/ 267861 h 5023618"/>
              <a:gd name="csX3" fmla="*/ 1401241 w 2320369"/>
              <a:gd name="csY3" fmla="*/ 267861 h 5023618"/>
              <a:gd name="csX4" fmla="*/ 1498949 w 2320369"/>
              <a:gd name="csY4" fmla="*/ 170153 h 5023618"/>
              <a:gd name="csX5" fmla="*/ 1401241 w 2320369"/>
              <a:gd name="csY5" fmla="*/ 72445 h 5023618"/>
              <a:gd name="csX6" fmla="*/ 301051 w 2320369"/>
              <a:gd name="csY6" fmla="*/ 0 h 5023618"/>
              <a:gd name="csX7" fmla="*/ 2019318 w 2320369"/>
              <a:gd name="csY7" fmla="*/ 0 h 5023618"/>
              <a:gd name="csX8" fmla="*/ 2320369 w 2320369"/>
              <a:gd name="csY8" fmla="*/ 301027 h 5023618"/>
              <a:gd name="csX9" fmla="*/ 2320369 w 2320369"/>
              <a:gd name="csY9" fmla="*/ 4722568 h 5023618"/>
              <a:gd name="csX10" fmla="*/ 2019318 w 2320369"/>
              <a:gd name="csY10" fmla="*/ 5023618 h 5023618"/>
              <a:gd name="csX11" fmla="*/ 301051 w 2320369"/>
              <a:gd name="csY11" fmla="*/ 5023618 h 5023618"/>
              <a:gd name="csX12" fmla="*/ 0 w 2320369"/>
              <a:gd name="csY12" fmla="*/ 4722568 h 5023618"/>
              <a:gd name="csX13" fmla="*/ 0 w 2320369"/>
              <a:gd name="csY13" fmla="*/ 301027 h 5023618"/>
              <a:gd name="csX14" fmla="*/ 301051 w 2320369"/>
              <a:gd name="csY14" fmla="*/ 0 h 50236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320369" h="5023618">
                <a:moveTo>
                  <a:pt x="920749" y="72445"/>
                </a:moveTo>
                <a:cubicBezTo>
                  <a:pt x="866785" y="72445"/>
                  <a:pt x="823041" y="116189"/>
                  <a:pt x="823041" y="170153"/>
                </a:cubicBezTo>
                <a:cubicBezTo>
                  <a:pt x="823041" y="224117"/>
                  <a:pt x="866785" y="267861"/>
                  <a:pt x="920749" y="267861"/>
                </a:cubicBezTo>
                <a:lnTo>
                  <a:pt x="1401241" y="267861"/>
                </a:lnTo>
                <a:cubicBezTo>
                  <a:pt x="1455205" y="267861"/>
                  <a:pt x="1498949" y="224117"/>
                  <a:pt x="1498949" y="170153"/>
                </a:cubicBezTo>
                <a:cubicBezTo>
                  <a:pt x="1498949" y="116189"/>
                  <a:pt x="1455205" y="72445"/>
                  <a:pt x="1401241" y="72445"/>
                </a:cubicBezTo>
                <a:close/>
                <a:moveTo>
                  <a:pt x="301051" y="0"/>
                </a:moveTo>
                <a:lnTo>
                  <a:pt x="2019318" y="0"/>
                </a:lnTo>
                <a:cubicBezTo>
                  <a:pt x="2185579" y="0"/>
                  <a:pt x="2320369" y="134767"/>
                  <a:pt x="2320369" y="301027"/>
                </a:cubicBezTo>
                <a:lnTo>
                  <a:pt x="2320369" y="4722568"/>
                </a:lnTo>
                <a:cubicBezTo>
                  <a:pt x="2320369" y="4888829"/>
                  <a:pt x="2185579" y="5023618"/>
                  <a:pt x="2019318" y="5023618"/>
                </a:cubicBezTo>
                <a:lnTo>
                  <a:pt x="301051" y="5023618"/>
                </a:lnTo>
                <a:cubicBezTo>
                  <a:pt x="134790" y="5023618"/>
                  <a:pt x="0" y="4888829"/>
                  <a:pt x="0" y="4722568"/>
                </a:cubicBezTo>
                <a:lnTo>
                  <a:pt x="0" y="301027"/>
                </a:lnTo>
                <a:cubicBezTo>
                  <a:pt x="0" y="134767"/>
                  <a:pt x="134790" y="0"/>
                  <a:pt x="30105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1972524"/>
      </p:ext>
    </p:extLst>
  </p:cSld>
  <p:clrMapOvr>
    <a:masterClrMapping/>
  </p:clrMapOvr>
  <p:hf sldNum="0" hdr="0" dt="0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vice Mockup - Phon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6E30B38-04E6-8C78-5DB0-7F65644FA227}"/>
              </a:ext>
            </a:extLst>
          </p:cNvPr>
          <p:cNvSpPr/>
          <p:nvPr userDrawn="1"/>
        </p:nvSpPr>
        <p:spPr>
          <a:xfrm>
            <a:off x="9326880" y="0"/>
            <a:ext cx="286512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raphic 9">
            <a:extLst>
              <a:ext uri="{FF2B5EF4-FFF2-40B4-BE49-F238E27FC236}">
                <a16:creationId xmlns:a16="http://schemas.microsoft.com/office/drawing/2014/main" id="{649A7FC8-39BA-F1A0-1830-16A4B96A2C96}"/>
              </a:ext>
            </a:extLst>
          </p:cNvPr>
          <p:cNvSpPr/>
          <p:nvPr userDrawn="1"/>
        </p:nvSpPr>
        <p:spPr>
          <a:xfrm>
            <a:off x="11353800" y="266699"/>
            <a:ext cx="457200" cy="457166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rgbClr val="000000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0560954C-7C48-063C-A88F-010DAFE7AFC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2556" y="266699"/>
            <a:ext cx="6934200" cy="792843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10150676-FD37-9839-7FF5-DC68280FEF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2588" y="1219200"/>
            <a:ext cx="6934200" cy="49149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07E48034-625B-A547-7E1F-9CB5619255F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087454" y="829965"/>
            <a:ext cx="2495680" cy="5198070"/>
          </a:xfrm>
          <a:custGeom>
            <a:avLst/>
            <a:gdLst>
              <a:gd name="csX0" fmla="*/ 1008754 w 2495680"/>
              <a:gd name="csY0" fmla="*/ 147712 h 5198070"/>
              <a:gd name="csX1" fmla="*/ 938920 w 2495680"/>
              <a:gd name="csY1" fmla="*/ 176614 h 5198070"/>
              <a:gd name="csX2" fmla="*/ 910017 w 2495680"/>
              <a:gd name="csY2" fmla="*/ 246449 h 5198070"/>
              <a:gd name="csX3" fmla="*/ 1008754 w 2495680"/>
              <a:gd name="csY3" fmla="*/ 345186 h 5198070"/>
              <a:gd name="csX4" fmla="*/ 1485804 w 2495680"/>
              <a:gd name="csY4" fmla="*/ 345186 h 5198070"/>
              <a:gd name="csX5" fmla="*/ 1555638 w 2495680"/>
              <a:gd name="csY5" fmla="*/ 316283 h 5198070"/>
              <a:gd name="csX6" fmla="*/ 1555614 w 2495680"/>
              <a:gd name="csY6" fmla="*/ 316283 h 5198070"/>
              <a:gd name="csX7" fmla="*/ 1584565 w 2495680"/>
              <a:gd name="csY7" fmla="*/ 246449 h 5198070"/>
              <a:gd name="csX8" fmla="*/ 1485804 w 2495680"/>
              <a:gd name="csY8" fmla="*/ 147712 h 5198070"/>
              <a:gd name="csX9" fmla="*/ 386451 w 2495680"/>
              <a:gd name="csY9" fmla="*/ 0 h 5198070"/>
              <a:gd name="csX10" fmla="*/ 2109229 w 2495680"/>
              <a:gd name="csY10" fmla="*/ 0 h 5198070"/>
              <a:gd name="csX11" fmla="*/ 2495680 w 2495680"/>
              <a:gd name="csY11" fmla="*/ 386451 h 5198070"/>
              <a:gd name="csX12" fmla="*/ 2495680 w 2495680"/>
              <a:gd name="csY12" fmla="*/ 4811619 h 5198070"/>
              <a:gd name="csX13" fmla="*/ 2109229 w 2495680"/>
              <a:gd name="csY13" fmla="*/ 5198070 h 5198070"/>
              <a:gd name="csX14" fmla="*/ 386451 w 2495680"/>
              <a:gd name="csY14" fmla="*/ 5198070 h 5198070"/>
              <a:gd name="csX15" fmla="*/ 0 w 2495680"/>
              <a:gd name="csY15" fmla="*/ 4811619 h 5198070"/>
              <a:gd name="csX16" fmla="*/ 0 w 2495680"/>
              <a:gd name="csY16" fmla="*/ 386451 h 5198070"/>
              <a:gd name="csX17" fmla="*/ 386451 w 2495680"/>
              <a:gd name="csY17" fmla="*/ 0 h 51980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2495680" h="5198070">
                <a:moveTo>
                  <a:pt x="1008754" y="147712"/>
                </a:moveTo>
                <a:cubicBezTo>
                  <a:pt x="981474" y="147712"/>
                  <a:pt x="956796" y="158738"/>
                  <a:pt x="938920" y="176614"/>
                </a:cubicBezTo>
                <a:cubicBezTo>
                  <a:pt x="921044" y="194491"/>
                  <a:pt x="910017" y="219193"/>
                  <a:pt x="910017" y="246449"/>
                </a:cubicBezTo>
                <a:cubicBezTo>
                  <a:pt x="910017" y="300984"/>
                  <a:pt x="954219" y="345186"/>
                  <a:pt x="1008754" y="345186"/>
                </a:cubicBezTo>
                <a:lnTo>
                  <a:pt x="1485804" y="345186"/>
                </a:lnTo>
                <a:cubicBezTo>
                  <a:pt x="1513084" y="345186"/>
                  <a:pt x="1537762" y="334159"/>
                  <a:pt x="1555638" y="316283"/>
                </a:cubicBezTo>
                <a:lnTo>
                  <a:pt x="1555614" y="316283"/>
                </a:lnTo>
                <a:cubicBezTo>
                  <a:pt x="1573491" y="298407"/>
                  <a:pt x="1584565" y="273704"/>
                  <a:pt x="1584565" y="246449"/>
                </a:cubicBezTo>
                <a:cubicBezTo>
                  <a:pt x="1584565" y="191913"/>
                  <a:pt x="1540340" y="147712"/>
                  <a:pt x="1485804" y="147712"/>
                </a:cubicBezTo>
                <a:close/>
                <a:moveTo>
                  <a:pt x="386451" y="0"/>
                </a:moveTo>
                <a:lnTo>
                  <a:pt x="2109229" y="0"/>
                </a:lnTo>
                <a:cubicBezTo>
                  <a:pt x="2322669" y="0"/>
                  <a:pt x="2495680" y="173010"/>
                  <a:pt x="2495680" y="386451"/>
                </a:cubicBezTo>
                <a:lnTo>
                  <a:pt x="2495680" y="4811619"/>
                </a:lnTo>
                <a:cubicBezTo>
                  <a:pt x="2495680" y="5025060"/>
                  <a:pt x="2322669" y="5198070"/>
                  <a:pt x="2109229" y="5198070"/>
                </a:cubicBezTo>
                <a:lnTo>
                  <a:pt x="386451" y="5198070"/>
                </a:lnTo>
                <a:cubicBezTo>
                  <a:pt x="173010" y="5198070"/>
                  <a:pt x="0" y="5025060"/>
                  <a:pt x="0" y="4811619"/>
                </a:cubicBezTo>
                <a:lnTo>
                  <a:pt x="0" y="386451"/>
                </a:lnTo>
                <a:cubicBezTo>
                  <a:pt x="0" y="173010"/>
                  <a:pt x="173010" y="0"/>
                  <a:pt x="38645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B828ED9C-2936-41C8-BB1E-D5E82B7DB374}"/>
              </a:ext>
            </a:extLst>
          </p:cNvPr>
          <p:cNvSpPr/>
          <p:nvPr userDrawn="1"/>
        </p:nvSpPr>
        <p:spPr>
          <a:xfrm>
            <a:off x="8984946" y="974010"/>
            <a:ext cx="699598" cy="204808"/>
          </a:xfrm>
          <a:custGeom>
            <a:avLst/>
            <a:gdLst>
              <a:gd name="csX0" fmla="*/ 98737 w 674548"/>
              <a:gd name="csY0" fmla="*/ 0 h 197474"/>
              <a:gd name="csX1" fmla="*/ 575787 w 674548"/>
              <a:gd name="csY1" fmla="*/ 0 h 197474"/>
              <a:gd name="csX2" fmla="*/ 674548 w 674548"/>
              <a:gd name="csY2" fmla="*/ 98737 h 197474"/>
              <a:gd name="csX3" fmla="*/ 645597 w 674548"/>
              <a:gd name="csY3" fmla="*/ 168571 h 197474"/>
              <a:gd name="csX4" fmla="*/ 645621 w 674548"/>
              <a:gd name="csY4" fmla="*/ 168571 h 197474"/>
              <a:gd name="csX5" fmla="*/ 575787 w 674548"/>
              <a:gd name="csY5" fmla="*/ 197474 h 197474"/>
              <a:gd name="csX6" fmla="*/ 98737 w 674548"/>
              <a:gd name="csY6" fmla="*/ 197474 h 197474"/>
              <a:gd name="csX7" fmla="*/ 0 w 674548"/>
              <a:gd name="csY7" fmla="*/ 98737 h 197474"/>
              <a:gd name="csX8" fmla="*/ 28903 w 674548"/>
              <a:gd name="csY8" fmla="*/ 28902 h 197474"/>
              <a:gd name="csX9" fmla="*/ 98737 w 674548"/>
              <a:gd name="csY9" fmla="*/ 0 h 1974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674548" h="197474">
                <a:moveTo>
                  <a:pt x="98737" y="0"/>
                </a:moveTo>
                <a:lnTo>
                  <a:pt x="575787" y="0"/>
                </a:lnTo>
                <a:cubicBezTo>
                  <a:pt x="630323" y="0"/>
                  <a:pt x="674548" y="44201"/>
                  <a:pt x="674548" y="98737"/>
                </a:cubicBezTo>
                <a:cubicBezTo>
                  <a:pt x="674548" y="125992"/>
                  <a:pt x="663474" y="150695"/>
                  <a:pt x="645597" y="168571"/>
                </a:cubicBezTo>
                <a:lnTo>
                  <a:pt x="645621" y="168571"/>
                </a:lnTo>
                <a:cubicBezTo>
                  <a:pt x="627745" y="186447"/>
                  <a:pt x="603067" y="197474"/>
                  <a:pt x="575787" y="197474"/>
                </a:cubicBezTo>
                <a:lnTo>
                  <a:pt x="98737" y="197474"/>
                </a:lnTo>
                <a:cubicBezTo>
                  <a:pt x="44202" y="197474"/>
                  <a:pt x="0" y="153272"/>
                  <a:pt x="0" y="98737"/>
                </a:cubicBezTo>
                <a:cubicBezTo>
                  <a:pt x="0" y="71481"/>
                  <a:pt x="11027" y="46779"/>
                  <a:pt x="28903" y="28902"/>
                </a:cubicBezTo>
                <a:cubicBezTo>
                  <a:pt x="46779" y="11026"/>
                  <a:pt x="71457" y="0"/>
                  <a:pt x="9873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782099"/>
      </p:ext>
    </p:extLst>
  </p:cSld>
  <p:clrMapOvr>
    <a:masterClrMapping/>
  </p:clrMapOvr>
  <p:hf sldNum="0" hdr="0" dt="0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vice Mockup - iPa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5BE31470-2528-5C98-1068-6C6E7A262361}"/>
              </a:ext>
            </a:extLst>
          </p:cNvPr>
          <p:cNvSpPr/>
          <p:nvPr userDrawn="1"/>
        </p:nvSpPr>
        <p:spPr>
          <a:xfrm>
            <a:off x="6643396" y="0"/>
            <a:ext cx="55486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raphic 9">
            <a:extLst>
              <a:ext uri="{FF2B5EF4-FFF2-40B4-BE49-F238E27FC236}">
                <a16:creationId xmlns:a16="http://schemas.microsoft.com/office/drawing/2014/main" id="{649A7FC8-39BA-F1A0-1830-16A4B96A2C96}"/>
              </a:ext>
            </a:extLst>
          </p:cNvPr>
          <p:cNvSpPr/>
          <p:nvPr userDrawn="1"/>
        </p:nvSpPr>
        <p:spPr>
          <a:xfrm>
            <a:off x="11353800" y="266699"/>
            <a:ext cx="457200" cy="457166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rgbClr val="000000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0560954C-7C48-063C-A88F-010DAFE7AFC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2556" y="266699"/>
            <a:ext cx="4590595" cy="792843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10150676-FD37-9839-7FF5-DC68280FEF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2588" y="1219200"/>
            <a:ext cx="4590595" cy="49149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4B995B8-CD8B-E81B-8CF2-BBF57553C9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63759" y="1118338"/>
            <a:ext cx="6047241" cy="4621323"/>
          </a:xfrm>
          <a:prstGeom prst="rect">
            <a:avLst/>
          </a:prstGeom>
        </p:spPr>
      </p:pic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DF7CF1C-5F11-149D-BA94-17B3BBACAE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39644" y="1294389"/>
            <a:ext cx="5692294" cy="4269221"/>
          </a:xfrm>
          <a:prstGeom prst="roundRect">
            <a:avLst>
              <a:gd name="adj" fmla="val 3335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251590"/>
      </p:ext>
    </p:extLst>
  </p:cSld>
  <p:clrMapOvr>
    <a:masterClrMapping/>
  </p:clrMapOvr>
  <p:hf sldNum="0" hdr="0" dt="0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ice Mockup - iPad/Laptop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5BE31470-2528-5C98-1068-6C6E7A262361}"/>
              </a:ext>
            </a:extLst>
          </p:cNvPr>
          <p:cNvSpPr/>
          <p:nvPr userDrawn="1"/>
        </p:nvSpPr>
        <p:spPr>
          <a:xfrm>
            <a:off x="6643396" y="0"/>
            <a:ext cx="55486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raphic 9">
            <a:extLst>
              <a:ext uri="{FF2B5EF4-FFF2-40B4-BE49-F238E27FC236}">
                <a16:creationId xmlns:a16="http://schemas.microsoft.com/office/drawing/2014/main" id="{649A7FC8-39BA-F1A0-1830-16A4B96A2C96}"/>
              </a:ext>
            </a:extLst>
          </p:cNvPr>
          <p:cNvSpPr/>
          <p:nvPr userDrawn="1"/>
        </p:nvSpPr>
        <p:spPr>
          <a:xfrm>
            <a:off x="11353800" y="266699"/>
            <a:ext cx="457200" cy="457166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rgbClr val="000000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0560954C-7C48-063C-A88F-010DAFE7AFC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2556" y="266699"/>
            <a:ext cx="4590595" cy="792843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10150676-FD37-9839-7FF5-DC68280FEF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2588" y="1219200"/>
            <a:ext cx="4590595" cy="49149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DF7CF1C-5F11-149D-BA94-17B3BBACAE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760582" y="1219200"/>
            <a:ext cx="6050418" cy="4537816"/>
          </a:xfrm>
          <a:prstGeom prst="roundRect">
            <a:avLst>
              <a:gd name="adj" fmla="val 3335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801342"/>
      </p:ext>
    </p:extLst>
  </p:cSld>
  <p:clrMapOvr>
    <a:masterClrMapping/>
  </p:clrMapOvr>
  <p:hf sldNum="0" hdr="0" dt="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ice Mockup - Laptop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5BE31470-2528-5C98-1068-6C6E7A262361}"/>
              </a:ext>
            </a:extLst>
          </p:cNvPr>
          <p:cNvSpPr/>
          <p:nvPr userDrawn="1"/>
        </p:nvSpPr>
        <p:spPr>
          <a:xfrm>
            <a:off x="6643396" y="0"/>
            <a:ext cx="55486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raphic 9">
            <a:extLst>
              <a:ext uri="{FF2B5EF4-FFF2-40B4-BE49-F238E27FC236}">
                <a16:creationId xmlns:a16="http://schemas.microsoft.com/office/drawing/2014/main" id="{649A7FC8-39BA-F1A0-1830-16A4B96A2C96}"/>
              </a:ext>
            </a:extLst>
          </p:cNvPr>
          <p:cNvSpPr/>
          <p:nvPr userDrawn="1"/>
        </p:nvSpPr>
        <p:spPr>
          <a:xfrm>
            <a:off x="11353800" y="266699"/>
            <a:ext cx="457200" cy="457166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rgbClr val="000000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0560954C-7C48-063C-A88F-010DAFE7AFC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2556" y="266699"/>
            <a:ext cx="4590595" cy="792843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10150676-FD37-9839-7FF5-DC68280FEF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2588" y="1219200"/>
            <a:ext cx="4590595" cy="49149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6705C88-80AD-A346-B800-89D5985E352F}"/>
              </a:ext>
            </a:extLst>
          </p:cNvPr>
          <p:cNvSpPr/>
          <p:nvPr userDrawn="1"/>
        </p:nvSpPr>
        <p:spPr>
          <a:xfrm>
            <a:off x="5334388" y="1365987"/>
            <a:ext cx="6922770" cy="4363298"/>
          </a:xfrm>
          <a:custGeom>
            <a:avLst/>
            <a:gdLst>
              <a:gd name="csX0" fmla="*/ 612160 w 6922770"/>
              <a:gd name="csY0" fmla="*/ 0 h 4363298"/>
              <a:gd name="csX1" fmla="*/ 6310611 w 6922770"/>
              <a:gd name="csY1" fmla="*/ 0 h 4363298"/>
              <a:gd name="csX2" fmla="*/ 6484212 w 6922770"/>
              <a:gd name="csY2" fmla="*/ 173601 h 4363298"/>
              <a:gd name="csX3" fmla="*/ 6484212 w 6922770"/>
              <a:gd name="csY3" fmla="*/ 4084777 h 4363298"/>
              <a:gd name="csX4" fmla="*/ 6876349 w 6922770"/>
              <a:gd name="csY4" fmla="*/ 4084777 h 4363298"/>
              <a:gd name="csX5" fmla="*/ 6922770 w 6922770"/>
              <a:gd name="csY5" fmla="*/ 4131198 h 4363298"/>
              <a:gd name="csX6" fmla="*/ 6922770 w 6922770"/>
              <a:gd name="csY6" fmla="*/ 4316877 h 4363298"/>
              <a:gd name="csX7" fmla="*/ 6876349 w 6922770"/>
              <a:gd name="csY7" fmla="*/ 4363298 h 4363298"/>
              <a:gd name="csX8" fmla="*/ 46421 w 6922770"/>
              <a:gd name="csY8" fmla="*/ 4363298 h 4363298"/>
              <a:gd name="csX9" fmla="*/ 0 w 6922770"/>
              <a:gd name="csY9" fmla="*/ 4316877 h 4363298"/>
              <a:gd name="csX10" fmla="*/ 0 w 6922770"/>
              <a:gd name="csY10" fmla="*/ 4131198 h 4363298"/>
              <a:gd name="csX11" fmla="*/ 46421 w 6922770"/>
              <a:gd name="csY11" fmla="*/ 4084777 h 4363298"/>
              <a:gd name="csX12" fmla="*/ 438559 w 6922770"/>
              <a:gd name="csY12" fmla="*/ 4084777 h 4363298"/>
              <a:gd name="csX13" fmla="*/ 438559 w 6922770"/>
              <a:gd name="csY13" fmla="*/ 173601 h 4363298"/>
              <a:gd name="csX14" fmla="*/ 612160 w 6922770"/>
              <a:gd name="csY14" fmla="*/ 0 h 43632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6922770" h="4363298">
                <a:moveTo>
                  <a:pt x="612160" y="0"/>
                </a:moveTo>
                <a:lnTo>
                  <a:pt x="6310611" y="0"/>
                </a:lnTo>
                <a:cubicBezTo>
                  <a:pt x="6406488" y="0"/>
                  <a:pt x="6484212" y="77724"/>
                  <a:pt x="6484212" y="173601"/>
                </a:cubicBezTo>
                <a:lnTo>
                  <a:pt x="6484212" y="4084777"/>
                </a:lnTo>
                <a:lnTo>
                  <a:pt x="6876349" y="4084777"/>
                </a:lnTo>
                <a:cubicBezTo>
                  <a:pt x="6901987" y="4084777"/>
                  <a:pt x="6922770" y="4105560"/>
                  <a:pt x="6922770" y="4131198"/>
                </a:cubicBezTo>
                <a:lnTo>
                  <a:pt x="6922770" y="4316877"/>
                </a:lnTo>
                <a:cubicBezTo>
                  <a:pt x="6922770" y="4342515"/>
                  <a:pt x="6901987" y="4363298"/>
                  <a:pt x="6876349" y="4363298"/>
                </a:cubicBezTo>
                <a:lnTo>
                  <a:pt x="46421" y="4363298"/>
                </a:lnTo>
                <a:cubicBezTo>
                  <a:pt x="20783" y="4363298"/>
                  <a:pt x="0" y="4342515"/>
                  <a:pt x="0" y="4316877"/>
                </a:cubicBezTo>
                <a:lnTo>
                  <a:pt x="0" y="4131198"/>
                </a:lnTo>
                <a:cubicBezTo>
                  <a:pt x="0" y="4105560"/>
                  <a:pt x="20783" y="4084777"/>
                  <a:pt x="46421" y="4084777"/>
                </a:cubicBezTo>
                <a:lnTo>
                  <a:pt x="438559" y="4084777"/>
                </a:lnTo>
                <a:lnTo>
                  <a:pt x="438559" y="173601"/>
                </a:lnTo>
                <a:cubicBezTo>
                  <a:pt x="438559" y="77724"/>
                  <a:pt x="516283" y="0"/>
                  <a:pt x="61216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F157767E-BCAD-8313-2BA0-F31B24AA409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49626" y="1523319"/>
            <a:ext cx="5692294" cy="3815274"/>
          </a:xfrm>
          <a:prstGeom prst="roundRect">
            <a:avLst>
              <a:gd name="adj" fmla="val 938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431693"/>
      </p:ext>
    </p:extLst>
  </p:cSld>
  <p:clrMapOvr>
    <a:masterClrMapping/>
  </p:clrMapOvr>
  <p:hf sldNum="0" hdr="0" dt="0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osing - Logo - Terracott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8334614-C9AC-B11A-5DB9-2D927C43D7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89136" y="2608029"/>
            <a:ext cx="6813728" cy="1962350"/>
          </a:xfrm>
          <a:prstGeom prst="rect">
            <a:avLst/>
          </a:prstGeom>
        </p:spPr>
      </p:pic>
      <p:sp>
        <p:nvSpPr>
          <p:cNvPr id="3" name="Graphic 9">
            <a:extLst>
              <a:ext uri="{FF2B5EF4-FFF2-40B4-BE49-F238E27FC236}">
                <a16:creationId xmlns:a16="http://schemas.microsoft.com/office/drawing/2014/main" id="{0B0A6BAC-D68B-C3F7-86DD-2A14D8B0A7A7}"/>
              </a:ext>
            </a:extLst>
          </p:cNvPr>
          <p:cNvSpPr/>
          <p:nvPr userDrawn="1"/>
        </p:nvSpPr>
        <p:spPr>
          <a:xfrm>
            <a:off x="11262360" y="486238"/>
            <a:ext cx="548640" cy="548640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rgbClr val="000000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55860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osing - Logo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9">
            <a:extLst>
              <a:ext uri="{FF2B5EF4-FFF2-40B4-BE49-F238E27FC236}">
                <a16:creationId xmlns:a16="http://schemas.microsoft.com/office/drawing/2014/main" id="{D6BA0643-6236-02F5-D0CF-6ADC6A8D37E7}"/>
              </a:ext>
            </a:extLst>
          </p:cNvPr>
          <p:cNvSpPr/>
          <p:nvPr userDrawn="1"/>
        </p:nvSpPr>
        <p:spPr>
          <a:xfrm>
            <a:off x="11262360" y="486238"/>
            <a:ext cx="548640" cy="548640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chemeClr val="bg1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6B146B2-58D3-2AB0-05FE-81337CBCB0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89136" y="2608029"/>
            <a:ext cx="6813728" cy="196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79981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osing - Logo - Off-Whi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9">
            <a:extLst>
              <a:ext uri="{FF2B5EF4-FFF2-40B4-BE49-F238E27FC236}">
                <a16:creationId xmlns:a16="http://schemas.microsoft.com/office/drawing/2014/main" id="{D6BA0643-6236-02F5-D0CF-6ADC6A8D37E7}"/>
              </a:ext>
            </a:extLst>
          </p:cNvPr>
          <p:cNvSpPr/>
          <p:nvPr userDrawn="1"/>
        </p:nvSpPr>
        <p:spPr>
          <a:xfrm>
            <a:off x="11262360" y="486238"/>
            <a:ext cx="548640" cy="548640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chemeClr val="tx1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2670FC7-1B89-47E3-6172-97F8775EE85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89136" y="2608029"/>
            <a:ext cx="6813728" cy="196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54261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osing - Logo with Phot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raphic 9">
            <a:extLst>
              <a:ext uri="{FF2B5EF4-FFF2-40B4-BE49-F238E27FC236}">
                <a16:creationId xmlns:a16="http://schemas.microsoft.com/office/drawing/2014/main" id="{A8BCDC42-2014-9328-633E-BA1EA93D694E}"/>
              </a:ext>
            </a:extLst>
          </p:cNvPr>
          <p:cNvSpPr/>
          <p:nvPr userDrawn="1"/>
        </p:nvSpPr>
        <p:spPr>
          <a:xfrm>
            <a:off x="11262360" y="486238"/>
            <a:ext cx="548640" cy="548640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chemeClr val="bg1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DBE7BBD-E76C-79FB-FBF3-B62BF0D8DC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89136" y="2608029"/>
            <a:ext cx="6813728" cy="196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13847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hank You - Terracott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08803F84-08D3-A64D-4F27-FE827D7BBBF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13335" y="458668"/>
            <a:ext cx="2560321" cy="737371"/>
          </a:xfrm>
          <a:prstGeom prst="rect">
            <a:avLst/>
          </a:prstGeom>
        </p:spPr>
      </p:pic>
      <p:sp>
        <p:nvSpPr>
          <p:cNvPr id="3" name="Graphic 9">
            <a:extLst>
              <a:ext uri="{FF2B5EF4-FFF2-40B4-BE49-F238E27FC236}">
                <a16:creationId xmlns:a16="http://schemas.microsoft.com/office/drawing/2014/main" id="{A8BCDC42-2014-9328-633E-BA1EA93D694E}"/>
              </a:ext>
            </a:extLst>
          </p:cNvPr>
          <p:cNvSpPr/>
          <p:nvPr userDrawn="1"/>
        </p:nvSpPr>
        <p:spPr>
          <a:xfrm>
            <a:off x="11262360" y="486238"/>
            <a:ext cx="548640" cy="548640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chemeClr val="tx1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D3AC096-3F5E-29A4-1270-AF71E34E5F1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07479" y="3429000"/>
            <a:ext cx="5303520" cy="304800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l">
              <a:lnSpc>
                <a:spcPts val="7200"/>
              </a:lnSpc>
              <a:defRPr sz="96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DF7DC25-A5EB-5137-F3C5-3ADE7B0F28C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81000" y="381000"/>
            <a:ext cx="5577840" cy="6096000"/>
          </a:xfrm>
          <a:custGeom>
            <a:avLst/>
            <a:gdLst>
              <a:gd name="connsiteX0" fmla="*/ 381000 w 5577840"/>
              <a:gd name="connsiteY0" fmla="*/ 0 h 6096000"/>
              <a:gd name="connsiteX1" fmla="*/ 5577840 w 5577840"/>
              <a:gd name="connsiteY1" fmla="*/ 0 h 6096000"/>
              <a:gd name="connsiteX2" fmla="*/ 5577840 w 5577840"/>
              <a:gd name="connsiteY2" fmla="*/ 6096000 h 6096000"/>
              <a:gd name="connsiteX3" fmla="*/ 0 w 5577840"/>
              <a:gd name="connsiteY3" fmla="*/ 6096000 h 6096000"/>
              <a:gd name="connsiteX4" fmla="*/ 0 w 5577840"/>
              <a:gd name="connsiteY4" fmla="*/ 381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77840" h="6096000">
                <a:moveTo>
                  <a:pt x="381000" y="0"/>
                </a:moveTo>
                <a:lnTo>
                  <a:pt x="5577840" y="0"/>
                </a:lnTo>
                <a:lnTo>
                  <a:pt x="5577840" y="6096000"/>
                </a:lnTo>
                <a:lnTo>
                  <a:pt x="0" y="6096000"/>
                </a:lnTo>
                <a:lnTo>
                  <a:pt x="0" y="381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77737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hank You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raphic 9">
            <a:extLst>
              <a:ext uri="{FF2B5EF4-FFF2-40B4-BE49-F238E27FC236}">
                <a16:creationId xmlns:a16="http://schemas.microsoft.com/office/drawing/2014/main" id="{A8BCDC42-2014-9328-633E-BA1EA93D694E}"/>
              </a:ext>
            </a:extLst>
          </p:cNvPr>
          <p:cNvSpPr/>
          <p:nvPr userDrawn="1"/>
        </p:nvSpPr>
        <p:spPr>
          <a:xfrm>
            <a:off x="11262360" y="486238"/>
            <a:ext cx="548640" cy="548640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chemeClr val="bg1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DF7DC25-A5EB-5137-F3C5-3ADE7B0F28C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81000" y="381000"/>
            <a:ext cx="5577840" cy="6096000"/>
          </a:xfrm>
          <a:custGeom>
            <a:avLst/>
            <a:gdLst>
              <a:gd name="connsiteX0" fmla="*/ 381000 w 5577840"/>
              <a:gd name="connsiteY0" fmla="*/ 0 h 6096000"/>
              <a:gd name="connsiteX1" fmla="*/ 5577840 w 5577840"/>
              <a:gd name="connsiteY1" fmla="*/ 0 h 6096000"/>
              <a:gd name="connsiteX2" fmla="*/ 5577840 w 5577840"/>
              <a:gd name="connsiteY2" fmla="*/ 6096000 h 6096000"/>
              <a:gd name="connsiteX3" fmla="*/ 0 w 5577840"/>
              <a:gd name="connsiteY3" fmla="*/ 6096000 h 6096000"/>
              <a:gd name="connsiteX4" fmla="*/ 0 w 5577840"/>
              <a:gd name="connsiteY4" fmla="*/ 381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77840" h="6096000">
                <a:moveTo>
                  <a:pt x="381000" y="0"/>
                </a:moveTo>
                <a:lnTo>
                  <a:pt x="5577840" y="0"/>
                </a:lnTo>
                <a:lnTo>
                  <a:pt x="5577840" y="6096000"/>
                </a:lnTo>
                <a:lnTo>
                  <a:pt x="0" y="6096000"/>
                </a:lnTo>
                <a:lnTo>
                  <a:pt x="0" y="381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09D81FE-94A2-E1D1-6A73-5A751FB1C36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07479" y="3429000"/>
            <a:ext cx="5303520" cy="304800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l">
              <a:lnSpc>
                <a:spcPts val="7200"/>
              </a:lnSpc>
              <a:defRPr sz="96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Thank you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D317680-0E76-EEEB-44BD-D27EEC3F62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13335" y="458668"/>
            <a:ext cx="2560321" cy="737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05767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hank You - Off-Whi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raphic 9">
            <a:extLst>
              <a:ext uri="{FF2B5EF4-FFF2-40B4-BE49-F238E27FC236}">
                <a16:creationId xmlns:a16="http://schemas.microsoft.com/office/drawing/2014/main" id="{A8BCDC42-2014-9328-633E-BA1EA93D694E}"/>
              </a:ext>
            </a:extLst>
          </p:cNvPr>
          <p:cNvSpPr/>
          <p:nvPr userDrawn="1"/>
        </p:nvSpPr>
        <p:spPr>
          <a:xfrm>
            <a:off x="11262360" y="486238"/>
            <a:ext cx="548640" cy="548640"/>
          </a:xfrm>
          <a:custGeom>
            <a:avLst/>
            <a:gdLst>
              <a:gd name="connsiteX0" fmla="*/ 118708 w 474868"/>
              <a:gd name="connsiteY0" fmla="*/ 356124 h 474832"/>
              <a:gd name="connsiteX1" fmla="*/ 356160 w 474868"/>
              <a:gd name="connsiteY1" fmla="*/ 356124 h 474832"/>
              <a:gd name="connsiteX2" fmla="*/ 237452 w 474868"/>
              <a:gd name="connsiteY2" fmla="*/ 474833 h 474832"/>
              <a:gd name="connsiteX3" fmla="*/ 118744 w 474868"/>
              <a:gd name="connsiteY3" fmla="*/ 356124 h 474832"/>
              <a:gd name="connsiteX4" fmla="*/ 118744 w 474868"/>
              <a:gd name="connsiteY4" fmla="*/ 356124 h 474832"/>
              <a:gd name="connsiteX5" fmla="*/ 0 w 474868"/>
              <a:gd name="connsiteY5" fmla="*/ 237416 h 474832"/>
              <a:gd name="connsiteX6" fmla="*/ 118708 w 474868"/>
              <a:gd name="connsiteY6" fmla="*/ 356124 h 474832"/>
              <a:gd name="connsiteX7" fmla="*/ 118708 w 474868"/>
              <a:gd name="connsiteY7" fmla="*/ 118673 h 474832"/>
              <a:gd name="connsiteX8" fmla="*/ 0 w 474868"/>
              <a:gd name="connsiteY8" fmla="*/ 237381 h 474832"/>
              <a:gd name="connsiteX9" fmla="*/ 237452 w 474868"/>
              <a:gd name="connsiteY9" fmla="*/ 166184 h 474832"/>
              <a:gd name="connsiteX10" fmla="*/ 237452 w 474868"/>
              <a:gd name="connsiteY10" fmla="*/ 166184 h 474832"/>
              <a:gd name="connsiteX11" fmla="*/ 237452 w 474868"/>
              <a:gd name="connsiteY11" fmla="*/ 166184 h 474832"/>
              <a:gd name="connsiteX12" fmla="*/ 166220 w 474868"/>
              <a:gd name="connsiteY12" fmla="*/ 237416 h 474832"/>
              <a:gd name="connsiteX13" fmla="*/ 237452 w 474868"/>
              <a:gd name="connsiteY13" fmla="*/ 308648 h 474832"/>
              <a:gd name="connsiteX14" fmla="*/ 237452 w 474868"/>
              <a:gd name="connsiteY14" fmla="*/ 308648 h 474832"/>
              <a:gd name="connsiteX15" fmla="*/ 237452 w 474868"/>
              <a:gd name="connsiteY15" fmla="*/ 308648 h 474832"/>
              <a:gd name="connsiteX16" fmla="*/ 237452 w 474868"/>
              <a:gd name="connsiteY16" fmla="*/ 308648 h 474832"/>
              <a:gd name="connsiteX17" fmla="*/ 237452 w 474868"/>
              <a:gd name="connsiteY17" fmla="*/ 308648 h 474832"/>
              <a:gd name="connsiteX18" fmla="*/ 308684 w 474868"/>
              <a:gd name="connsiteY18" fmla="*/ 237416 h 474832"/>
              <a:gd name="connsiteX19" fmla="*/ 237452 w 474868"/>
              <a:gd name="connsiteY19" fmla="*/ 166184 h 474832"/>
              <a:gd name="connsiteX20" fmla="*/ 237452 w 474868"/>
              <a:gd name="connsiteY20" fmla="*/ 166184 h 474832"/>
              <a:gd name="connsiteX21" fmla="*/ 237452 w 474868"/>
              <a:gd name="connsiteY21" fmla="*/ 166184 h 474832"/>
              <a:gd name="connsiteX22" fmla="*/ 118708 w 474868"/>
              <a:gd name="connsiteY22" fmla="*/ 118708 h 474832"/>
              <a:gd name="connsiteX23" fmla="*/ 356160 w 474868"/>
              <a:gd name="connsiteY23" fmla="*/ 118708 h 474832"/>
              <a:gd name="connsiteX24" fmla="*/ 237452 w 474868"/>
              <a:gd name="connsiteY24" fmla="*/ 0 h 474832"/>
              <a:gd name="connsiteX25" fmla="*/ 118744 w 474868"/>
              <a:gd name="connsiteY25" fmla="*/ 118708 h 474832"/>
              <a:gd name="connsiteX26" fmla="*/ 356160 w 474868"/>
              <a:gd name="connsiteY26" fmla="*/ 118708 h 474832"/>
              <a:gd name="connsiteX27" fmla="*/ 356160 w 474868"/>
              <a:gd name="connsiteY27" fmla="*/ 356160 h 474832"/>
              <a:gd name="connsiteX28" fmla="*/ 474868 w 474868"/>
              <a:gd name="connsiteY28" fmla="*/ 237452 h 474832"/>
              <a:gd name="connsiteX29" fmla="*/ 356160 w 474868"/>
              <a:gd name="connsiteY29" fmla="*/ 118744 h 47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74868" h="474832">
                <a:moveTo>
                  <a:pt x="118708" y="356124"/>
                </a:moveTo>
                <a:lnTo>
                  <a:pt x="356160" y="356124"/>
                </a:lnTo>
                <a:lnTo>
                  <a:pt x="237452" y="474833"/>
                </a:lnTo>
                <a:lnTo>
                  <a:pt x="118744" y="356124"/>
                </a:lnTo>
                <a:lnTo>
                  <a:pt x="118744" y="356124"/>
                </a:lnTo>
                <a:close/>
                <a:moveTo>
                  <a:pt x="0" y="237416"/>
                </a:moveTo>
                <a:lnTo>
                  <a:pt x="118708" y="356124"/>
                </a:lnTo>
                <a:lnTo>
                  <a:pt x="118708" y="118673"/>
                </a:lnTo>
                <a:cubicBezTo>
                  <a:pt x="118708" y="118673"/>
                  <a:pt x="0" y="237381"/>
                  <a:pt x="0" y="237381"/>
                </a:cubicBezTo>
                <a:close/>
                <a:moveTo>
                  <a:pt x="237452" y="166184"/>
                </a:move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lnTo>
                  <a:pt x="166220" y="237416"/>
                </a:lnTo>
                <a:lnTo>
                  <a:pt x="237452" y="308648"/>
                </a:ln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237452" y="308648"/>
                </a:lnTo>
                <a:cubicBezTo>
                  <a:pt x="237452" y="308648"/>
                  <a:pt x="237452" y="308648"/>
                  <a:pt x="237452" y="308648"/>
                </a:cubicBezTo>
                <a:lnTo>
                  <a:pt x="308684" y="237416"/>
                </a:lnTo>
                <a:lnTo>
                  <a:pt x="237452" y="166184"/>
                </a:lnTo>
                <a:lnTo>
                  <a:pt x="237452" y="166184"/>
                </a:lnTo>
                <a:cubicBezTo>
                  <a:pt x="237452" y="166184"/>
                  <a:pt x="237452" y="166184"/>
                  <a:pt x="237452" y="166184"/>
                </a:cubicBezTo>
                <a:close/>
                <a:moveTo>
                  <a:pt x="118708" y="118708"/>
                </a:moveTo>
                <a:lnTo>
                  <a:pt x="356160" y="118708"/>
                </a:lnTo>
                <a:cubicBezTo>
                  <a:pt x="356160" y="118708"/>
                  <a:pt x="237452" y="0"/>
                  <a:pt x="237452" y="0"/>
                </a:cubicBezTo>
                <a:lnTo>
                  <a:pt x="118744" y="118708"/>
                </a:lnTo>
                <a:close/>
                <a:moveTo>
                  <a:pt x="356160" y="118708"/>
                </a:moveTo>
                <a:lnTo>
                  <a:pt x="356160" y="356160"/>
                </a:lnTo>
                <a:lnTo>
                  <a:pt x="474868" y="237452"/>
                </a:lnTo>
                <a:lnTo>
                  <a:pt x="356160" y="118744"/>
                </a:lnTo>
                <a:close/>
              </a:path>
            </a:pathLst>
          </a:custGeom>
          <a:solidFill>
            <a:schemeClr val="tx1"/>
          </a:solidFill>
          <a:ln w="3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DF7DC25-A5EB-5137-F3C5-3ADE7B0F28C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81000" y="381000"/>
            <a:ext cx="5577840" cy="6096000"/>
          </a:xfrm>
          <a:custGeom>
            <a:avLst/>
            <a:gdLst>
              <a:gd name="connsiteX0" fmla="*/ 381000 w 5577840"/>
              <a:gd name="connsiteY0" fmla="*/ 0 h 6096000"/>
              <a:gd name="connsiteX1" fmla="*/ 5577840 w 5577840"/>
              <a:gd name="connsiteY1" fmla="*/ 0 h 6096000"/>
              <a:gd name="connsiteX2" fmla="*/ 5577840 w 5577840"/>
              <a:gd name="connsiteY2" fmla="*/ 6096000 h 6096000"/>
              <a:gd name="connsiteX3" fmla="*/ 0 w 5577840"/>
              <a:gd name="connsiteY3" fmla="*/ 6096000 h 6096000"/>
              <a:gd name="connsiteX4" fmla="*/ 0 w 5577840"/>
              <a:gd name="connsiteY4" fmla="*/ 381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77840" h="6096000">
                <a:moveTo>
                  <a:pt x="381000" y="0"/>
                </a:moveTo>
                <a:lnTo>
                  <a:pt x="5577840" y="0"/>
                </a:lnTo>
                <a:lnTo>
                  <a:pt x="5577840" y="6096000"/>
                </a:lnTo>
                <a:lnTo>
                  <a:pt x="0" y="6096000"/>
                </a:lnTo>
                <a:lnTo>
                  <a:pt x="0" y="381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3BC8C12-086D-4874-657F-5D4B25B37A4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07479" y="3429000"/>
            <a:ext cx="5303520" cy="304800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l">
              <a:lnSpc>
                <a:spcPts val="7200"/>
              </a:lnSpc>
              <a:defRPr sz="96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Thank you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7FBB6E2-EF0C-3B34-1BA5-65E9F8C59E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13335" y="458668"/>
            <a:ext cx="2560321" cy="737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08344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8606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2555" y="266699"/>
            <a:ext cx="11426890" cy="792843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EA8DB1-B4DD-4F3D-9CAB-994462C51D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2555" y="1219200"/>
            <a:ext cx="11426888" cy="44123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641B0E-CDE6-4F1D-B3A5-7CEDD4AA34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2551" y="5768975"/>
            <a:ext cx="1142689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5D20C8-EB16-12A8-3DBC-1BCE12A6DCB3}"/>
              </a:ext>
            </a:extLst>
          </p:cNvPr>
          <p:cNvSpPr txBox="1"/>
          <p:nvPr userDrawn="1"/>
        </p:nvSpPr>
        <p:spPr>
          <a:xfrm>
            <a:off x="352940" y="6286500"/>
            <a:ext cx="435742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fld id="{996B5273-46EB-4870-A6B0-6E7F43CBD6D0}" type="slidenum">
              <a:rPr lang="en-US" sz="1200" smtClean="0">
                <a:solidFill>
                  <a:schemeClr val="tx1"/>
                </a:solidFill>
                <a:latin typeface="+mj-lt"/>
              </a:rPr>
              <a:pPr algn="l"/>
              <a:t>‹#›</a:t>
            </a:fld>
            <a:endParaRPr lang="en-US" sz="1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F787F8-5F95-D816-8022-A202BBE61ED4}"/>
              </a:ext>
            </a:extLst>
          </p:cNvPr>
          <p:cNvSpPr txBox="1"/>
          <p:nvPr userDrawn="1"/>
        </p:nvSpPr>
        <p:spPr>
          <a:xfrm>
            <a:off x="1207304" y="6286500"/>
            <a:ext cx="3176437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dirty="0">
                <a:solidFill>
                  <a:schemeClr val="tx1"/>
                </a:solidFill>
                <a:latin typeface="APK Galeria Light" panose="020B0504040000000000" pitchFamily="34" charset="0"/>
              </a:rPr>
              <a:t>Confidential | ©2026 Sabre GLBL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176924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12" r:id="rId3"/>
    <p:sldLayoutId id="2147483835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  <p:sldLayoutId id="2147483844" r:id="rId12"/>
    <p:sldLayoutId id="2147483846" r:id="rId13"/>
    <p:sldLayoutId id="2147483845" r:id="rId14"/>
    <p:sldLayoutId id="2147483850" r:id="rId15"/>
    <p:sldLayoutId id="2147483852" r:id="rId16"/>
    <p:sldLayoutId id="2147483851" r:id="rId17"/>
    <p:sldLayoutId id="2147483862" r:id="rId18"/>
    <p:sldLayoutId id="2147483863" r:id="rId19"/>
    <p:sldLayoutId id="2147483864" r:id="rId20"/>
    <p:sldLayoutId id="2147483865" r:id="rId21"/>
    <p:sldLayoutId id="2147483866" r:id="rId22"/>
    <p:sldLayoutId id="2147483867" r:id="rId23"/>
    <p:sldLayoutId id="2147483868" r:id="rId24"/>
    <p:sldLayoutId id="2147483869" r:id="rId25"/>
    <p:sldLayoutId id="2147483853" r:id="rId26"/>
    <p:sldLayoutId id="2147483854" r:id="rId27"/>
    <p:sldLayoutId id="2147483855" r:id="rId28"/>
    <p:sldLayoutId id="2147483856" r:id="rId29"/>
    <p:sldLayoutId id="2147483873" r:id="rId30"/>
    <p:sldLayoutId id="2147483874" r:id="rId31"/>
    <p:sldLayoutId id="2147483876" r:id="rId32"/>
    <p:sldLayoutId id="2147483875" r:id="rId33"/>
    <p:sldLayoutId id="2147483880" r:id="rId34"/>
    <p:sldLayoutId id="2147483882" r:id="rId35"/>
    <p:sldLayoutId id="2147483881" r:id="rId36"/>
    <p:sldLayoutId id="2147483912" r:id="rId37"/>
    <p:sldLayoutId id="2147483913" r:id="rId38"/>
    <p:sldLayoutId id="2147483887" r:id="rId39"/>
    <p:sldLayoutId id="2147483911" r:id="rId40"/>
    <p:sldLayoutId id="2147483888" r:id="rId41"/>
    <p:sldLayoutId id="2147483914" r:id="rId42"/>
    <p:sldLayoutId id="2147483915" r:id="rId43"/>
    <p:sldLayoutId id="2147483916" r:id="rId44"/>
    <p:sldLayoutId id="2147483917" r:id="rId45"/>
    <p:sldLayoutId id="2147483918" r:id="rId46"/>
    <p:sldLayoutId id="2147483892" r:id="rId47"/>
    <p:sldLayoutId id="2147483890" r:id="rId48"/>
    <p:sldLayoutId id="2147483891" r:id="rId49"/>
    <p:sldLayoutId id="2147483883" r:id="rId50"/>
    <p:sldLayoutId id="2147483859" r:id="rId51"/>
    <p:sldLayoutId id="2147483860" r:id="rId52"/>
    <p:sldLayoutId id="2147483872" r:id="rId53"/>
    <p:sldLayoutId id="2147483877" r:id="rId54"/>
    <p:sldLayoutId id="2147483878" r:id="rId55"/>
    <p:sldLayoutId id="2147483879" r:id="rId56"/>
    <p:sldLayoutId id="2147483886" r:id="rId57"/>
    <p:sldLayoutId id="2147483884" r:id="rId58"/>
    <p:sldLayoutId id="2147483885" r:id="rId59"/>
    <p:sldLayoutId id="2147483857" r:id="rId60"/>
    <p:sldLayoutId id="2147483871" r:id="rId61"/>
    <p:sldLayoutId id="2147483893" r:id="rId62"/>
    <p:sldLayoutId id="2147483894" r:id="rId63"/>
    <p:sldLayoutId id="2147483895" r:id="rId64"/>
    <p:sldLayoutId id="2147483896" r:id="rId65"/>
    <p:sldLayoutId id="2147483897" r:id="rId66"/>
    <p:sldLayoutId id="2147483898" r:id="rId67"/>
    <p:sldLayoutId id="2147483899" r:id="rId68"/>
    <p:sldLayoutId id="2147483900" r:id="rId69"/>
    <p:sldLayoutId id="2147483908" r:id="rId70"/>
    <p:sldLayoutId id="2147483909" r:id="rId71"/>
    <p:sldLayoutId id="2147483901" r:id="rId72"/>
    <p:sldLayoutId id="2147483902" r:id="rId73"/>
    <p:sldLayoutId id="2147483903" r:id="rId74"/>
    <p:sldLayoutId id="2147483904" r:id="rId75"/>
    <p:sldLayoutId id="2147483905" r:id="rId76"/>
    <p:sldLayoutId id="2147483906" r:id="rId77"/>
    <p:sldLayoutId id="2147483907" r:id="rId78"/>
    <p:sldLayoutId id="2147483870" r:id="rId7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" indent="-182880" algn="l" defTabSz="914400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75000"/>
        <a:buFontTx/>
        <a:buBlip>
          <a:blip r:embed="rId81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" indent="-182880" algn="l" defTabSz="914400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11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indent="-182880" algn="l" defTabSz="914400" rtl="0" eaLnBrk="1" latinLnBrk="0" hangingPunct="1">
        <a:lnSpc>
          <a:spcPct val="100000"/>
        </a:lnSpc>
        <a:spcBef>
          <a:spcPts val="600"/>
        </a:spcBef>
        <a:buSzPct val="100000"/>
        <a:buFont typeface="Milliard Light" panose="02010004040101010103" pitchFamily="50" charset="0"/>
        <a:buChar char="−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indent="-182880" algn="l" defTabSz="914400" rtl="0" eaLnBrk="1" latinLnBrk="0" hangingPunct="1">
        <a:lnSpc>
          <a:spcPct val="100000"/>
        </a:lnSpc>
        <a:spcBef>
          <a:spcPts val="600"/>
        </a:spcBef>
        <a:buClr>
          <a:schemeClr val="tx2">
            <a:lumMod val="60000"/>
            <a:lumOff val="40000"/>
          </a:schemeClr>
        </a:buClr>
        <a:buSzPct val="100000"/>
        <a:buFont typeface="Milliard Light" panose="02010004040101010103" pitchFamily="50" charset="0"/>
        <a:buChar char="−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40" userDrawn="1">
          <p15:clr>
            <a:srgbClr val="F26B43"/>
          </p15:clr>
        </p15:guide>
        <p15:guide id="4" pos="7440" userDrawn="1">
          <p15:clr>
            <a:srgbClr val="F26B43"/>
          </p15:clr>
        </p15:guide>
        <p15:guide id="5" orient="horz" pos="76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9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3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3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4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Sabre Academy</a:t>
            </a:r>
          </a:p>
          <a:p>
            <a:r>
              <a:rPr lang="pl-PL" dirty="0"/>
              <a:t>Wprowadzenie do przedmiotu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Inżynieria</a:t>
            </a:r>
            <a:r>
              <a:rPr lang="en-US" dirty="0"/>
              <a:t> </a:t>
            </a:r>
            <a:r>
              <a:rPr lang="en-US" dirty="0" err="1"/>
              <a:t>Jakości</a:t>
            </a:r>
            <a:r>
              <a:rPr lang="en-US"/>
              <a:t> w IT</a:t>
            </a:r>
            <a:endParaRPr lang="pl-PL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l-PL" dirty="0"/>
              <a:t>Semestr zimowy 2026/2027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Plan wykładu</a:t>
            </a:r>
          </a:p>
        </p:txBody>
      </p:sp>
      <p:pic>
        <p:nvPicPr>
          <p:cNvPr id="4" name="Picture Placeholder 3" descr="image.jpg"/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17546" r="17546"/>
          <a:stretch>
            <a:fillRect/>
          </a:stretch>
        </p:blipFill>
        <p:spPr/>
      </p:pic>
      <p:graphicFrame>
        <p:nvGraphicFramePr>
          <p:cNvPr id="5" name="Agenda"/>
          <p:cNvGraphicFramePr>
            <a:graphicFrameLocks noGrp="1"/>
          </p:cNvGraphicFramePr>
          <p:nvPr/>
        </p:nvGraphicFramePr>
        <p:xfrm>
          <a:off x="381600" y="1220400"/>
          <a:ext cx="5302800" cy="4644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1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4000">
                <a:tc>
                  <a:txBody>
                    <a:bodyPr/>
                    <a:lstStyle/>
                    <a:p>
                      <a:r>
                        <a:rPr lang="pl-PL" sz="3200" dirty="0">
                          <a:solidFill>
                            <a:schemeClr val="accent1"/>
                          </a:solidFill>
                          <a:latin typeface="APK Galeria Semi-Bold"/>
                          <a:cs typeface="APK Galeria Semi-Bold"/>
                        </a:rPr>
                        <a:t>01</a:t>
                      </a:r>
                      <a:endParaRPr lang="pl-PL" sz="3200" dirty="0">
                        <a:solidFill>
                          <a:schemeClr val="tx1"/>
                        </a:solidFill>
                      </a:endParaRPr>
                    </a:p>
                  </a:txBody>
                  <a:tcPr marL="0" anchor="ctr">
                    <a:lnL w="6350" cmpd="sng">
                      <a:noFill/>
                    </a:lnL>
                    <a:lnR w="6350" cmpd="sng">
                      <a:noFill/>
                    </a:lnR>
                    <a:lnT w="635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 sz="2000" dirty="0">
                          <a:solidFill>
                            <a:schemeClr val="tx1"/>
                          </a:solidFill>
                        </a:rPr>
                        <a:t>Kilka słów o Sabre i podróżach</a:t>
                      </a:r>
                    </a:p>
                  </a:txBody>
                  <a:tcPr marL="274320" anchor="ctr">
                    <a:lnL w="6350" cmpd="sng">
                      <a:noFill/>
                    </a:lnL>
                    <a:lnR w="6350" cmpd="sng">
                      <a:noFill/>
                    </a:lnR>
                    <a:lnT w="635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000">
                <a:tc>
                  <a:txBody>
                    <a:bodyPr/>
                    <a:lstStyle/>
                    <a:p>
                      <a:r>
                        <a:rPr lang="pl-PL" sz="3200" dirty="0">
                          <a:solidFill>
                            <a:schemeClr val="accent1"/>
                          </a:solidFill>
                          <a:latin typeface="APK Galeria Semi-Bold"/>
                          <a:cs typeface="APK Galeria Semi-Bold"/>
                        </a:rPr>
                        <a:t>02</a:t>
                      </a:r>
                      <a:endParaRPr lang="pl-PL" sz="3200" dirty="0">
                        <a:solidFill>
                          <a:schemeClr val="tx1"/>
                        </a:solidFill>
                      </a:endParaRPr>
                    </a:p>
                  </a:txBody>
                  <a:tcPr marL="0" anchor="ctr">
                    <a:lnL w="6350" cmpd="sng">
                      <a:noFill/>
                    </a:lnL>
                    <a:lnR w="635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 sz="2000" dirty="0">
                          <a:solidFill>
                            <a:schemeClr val="tx1"/>
                          </a:solidFill>
                        </a:rPr>
                        <a:t>Jakość w projektach IT</a:t>
                      </a:r>
                    </a:p>
                  </a:txBody>
                  <a:tcPr marL="274320" anchor="ctr">
                    <a:lnL w="6350" cmpd="sng">
                      <a:noFill/>
                    </a:lnL>
                    <a:lnR w="635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4000">
                <a:tc>
                  <a:txBody>
                    <a:bodyPr/>
                    <a:lstStyle/>
                    <a:p>
                      <a:r>
                        <a:rPr lang="pl-PL" sz="3200" dirty="0">
                          <a:solidFill>
                            <a:schemeClr val="accent1"/>
                          </a:solidFill>
                          <a:latin typeface="APK Galeria Semi-Bold"/>
                          <a:cs typeface="APK Galeria Semi-Bold"/>
                        </a:rPr>
                        <a:t>03</a:t>
                      </a:r>
                      <a:endParaRPr lang="pl-PL" sz="3200" dirty="0">
                        <a:solidFill>
                          <a:schemeClr val="tx1"/>
                        </a:solidFill>
                      </a:endParaRPr>
                    </a:p>
                  </a:txBody>
                  <a:tcPr marL="0" anchor="ctr">
                    <a:lnL w="6350" cmpd="sng">
                      <a:noFill/>
                    </a:lnL>
                    <a:lnR w="635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 sz="2000" dirty="0">
                          <a:solidFill>
                            <a:schemeClr val="tx1"/>
                          </a:solidFill>
                        </a:rPr>
                        <a:t>Sabre Academy Team</a:t>
                      </a:r>
                    </a:p>
                  </a:txBody>
                  <a:tcPr marL="274320" anchor="ctr">
                    <a:lnL w="6350" cmpd="sng">
                      <a:noFill/>
                    </a:lnL>
                    <a:lnR w="635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4000">
                <a:tc>
                  <a:txBody>
                    <a:bodyPr/>
                    <a:lstStyle/>
                    <a:p>
                      <a:r>
                        <a:rPr lang="pl-PL" sz="3200" dirty="0">
                          <a:solidFill>
                            <a:schemeClr val="accent1"/>
                          </a:solidFill>
                          <a:latin typeface="APK Galeria Semi-Bold"/>
                          <a:cs typeface="APK Galeria Semi-Bold"/>
                        </a:rPr>
                        <a:t>04</a:t>
                      </a:r>
                      <a:endParaRPr lang="pl-PL" sz="3200" dirty="0">
                        <a:solidFill>
                          <a:schemeClr val="tx1"/>
                        </a:solidFill>
                      </a:endParaRPr>
                    </a:p>
                  </a:txBody>
                  <a:tcPr marL="0" anchor="ctr">
                    <a:lnL w="6350" cmpd="sng">
                      <a:noFill/>
                    </a:lnL>
                    <a:lnR w="635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 sz="2000" dirty="0">
                          <a:solidFill>
                            <a:schemeClr val="tx1"/>
                          </a:solidFill>
                        </a:rPr>
                        <a:t>Warunki zaliczenia</a:t>
                      </a:r>
                    </a:p>
                  </a:txBody>
                  <a:tcPr marL="274320" anchor="ctr">
                    <a:lnL w="6350" cmpd="sng">
                      <a:noFill/>
                    </a:lnL>
                    <a:lnR w="635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4000">
                <a:tc>
                  <a:txBody>
                    <a:bodyPr/>
                    <a:lstStyle/>
                    <a:p>
                      <a:r>
                        <a:rPr lang="pl-PL" sz="3200" dirty="0">
                          <a:solidFill>
                            <a:schemeClr val="accent1"/>
                          </a:solidFill>
                          <a:latin typeface="APK Galeria Semi-Bold"/>
                          <a:cs typeface="APK Galeria Semi-Bold"/>
                        </a:rPr>
                        <a:t>05</a:t>
                      </a:r>
                      <a:endParaRPr lang="pl-PL" sz="3200" dirty="0">
                        <a:solidFill>
                          <a:schemeClr val="tx1"/>
                        </a:solidFill>
                      </a:endParaRPr>
                    </a:p>
                  </a:txBody>
                  <a:tcPr marL="0" anchor="ctr">
                    <a:lnL w="6350" cmpd="sng">
                      <a:noFill/>
                    </a:lnL>
                    <a:lnR w="635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 sz="2000" dirty="0">
                          <a:solidFill>
                            <a:schemeClr val="tx1"/>
                          </a:solidFill>
                        </a:rPr>
                        <a:t>Harmonogram zajęć</a:t>
                      </a:r>
                    </a:p>
                  </a:txBody>
                  <a:tcPr marL="274320" anchor="ctr">
                    <a:lnL w="6350" cmpd="sng">
                      <a:noFill/>
                    </a:lnL>
                    <a:lnR w="635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4000">
                <a:tc>
                  <a:txBody>
                    <a:bodyPr/>
                    <a:lstStyle/>
                    <a:p>
                      <a:r>
                        <a:rPr lang="pl-PL" sz="3200" dirty="0">
                          <a:solidFill>
                            <a:schemeClr val="accent1"/>
                          </a:solidFill>
                          <a:latin typeface="APK Galeria Semi-Bold"/>
                          <a:cs typeface="APK Galeria Semi-Bold"/>
                        </a:rPr>
                        <a:t>06</a:t>
                      </a:r>
                      <a:endParaRPr lang="pl-PL" sz="3200" dirty="0">
                        <a:solidFill>
                          <a:schemeClr val="tx1"/>
                        </a:solidFill>
                      </a:endParaRPr>
                    </a:p>
                  </a:txBody>
                  <a:tcPr marL="0" anchor="ctr">
                    <a:lnL w="6350" cmpd="sng">
                      <a:noFill/>
                    </a:lnL>
                    <a:lnR w="635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 sz="2000" dirty="0">
                          <a:solidFill>
                            <a:schemeClr val="tx1"/>
                          </a:solidFill>
                        </a:rPr>
                        <a:t>Wprowadzenie do projektu</a:t>
                      </a:r>
                    </a:p>
                  </a:txBody>
                  <a:tcPr marL="274320" anchor="ctr">
                    <a:lnL w="6350" cmpd="sng">
                      <a:noFill/>
                    </a:lnL>
                    <a:lnR w="635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381600" y="1080000"/>
            <a:ext cx="10080000" cy="3816000"/>
          </a:xfrm>
        </p:spPr>
        <p:txBody>
          <a:bodyPr/>
          <a:lstStyle/>
          <a:p>
            <a:r>
              <a:rPr lang="pl-PL" sz="5400" dirty="0"/>
              <a:t>SABRE:</a:t>
            </a:r>
            <a:br>
              <a:rPr lang="pl-PL" sz="5400" dirty="0"/>
            </a:br>
            <a:r>
              <a:rPr lang="pl-PL" sz="5400" dirty="0"/>
              <a:t>Technologiczny</a:t>
            </a:r>
            <a:br>
              <a:rPr lang="pl-PL" sz="5400" dirty="0"/>
            </a:br>
            <a:r>
              <a:rPr lang="pl-PL" sz="5400" dirty="0"/>
              <a:t>Lider Branży Turystycznej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12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Początki Rewolucji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381600" y="2268000"/>
            <a:ext cx="5976000" cy="367200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pl-PL" sz="2000" dirty="0">
                <a:solidFill>
                  <a:schemeClr val="accent1"/>
                </a:solidFill>
                <a:latin typeface="APK Galeria Semi-Bold"/>
                <a:cs typeface="APK Galeria Semi-Bold"/>
              </a:rPr>
              <a:t>1960: </a:t>
            </a:r>
            <a:r>
              <a:rPr lang="pl-PL" sz="2000" dirty="0">
                <a:latin typeface="APK Galeria Semi-Bold"/>
                <a:cs typeface="APK Galeria Semi-Bold"/>
              </a:rPr>
              <a:t>Narodziny SABRE</a:t>
            </a:r>
            <a:endParaRPr lang="pl-PL" sz="2000" dirty="0"/>
          </a:p>
          <a:p>
            <a:pPr>
              <a:spcBef>
                <a:spcPts val="400"/>
              </a:spcBef>
            </a:pPr>
            <a:r>
              <a:rPr lang="pl-PL" sz="1800" dirty="0"/>
              <a:t>American Airlines i IBM tworzą Semi-Automatic Business Research Environment - pierwszy system rezerwacji lotniczych działający w czasie rzeczywistym</a:t>
            </a:r>
          </a:p>
          <a:p>
            <a:pPr>
              <a:spcBef>
                <a:spcPts val="1800"/>
              </a:spcBef>
            </a:pPr>
            <a:r>
              <a:rPr lang="pl-PL" sz="2000" dirty="0">
                <a:latin typeface="APK Galeria Semi-Bold"/>
                <a:cs typeface="APK Galeria Semi-Bold"/>
              </a:rPr>
              <a:t>Cyfrowa Transformacja</a:t>
            </a:r>
            <a:endParaRPr lang="pl-PL" sz="2000" dirty="0"/>
          </a:p>
          <a:p>
            <a:pPr>
              <a:spcBef>
                <a:spcPts val="400"/>
              </a:spcBef>
            </a:pPr>
            <a:r>
              <a:rPr lang="pl-PL" sz="1800" dirty="0"/>
              <a:t>Zastąpienie ręcznych kart i telefonicznych rezerwacji zaawansowanym systemem komputerowym obsługującym 84000 transakcji dziennie</a:t>
            </a:r>
          </a:p>
        </p:txBody>
      </p:sp>
      <p:sp>
        <p:nvSpPr>
          <p:cNvPr id="5" name="Illustration panel"/>
          <p:cNvSpPr/>
          <p:nvPr/>
        </p:nvSpPr>
        <p:spPr>
          <a:xfrm>
            <a:off x="6951600" y="0"/>
            <a:ext cx="524052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Placeholder 11"/>
          <p:cNvPicPr>
            <a:picLocks noGrp="1" noChangeAspect="1"/>
          </p:cNvPicPr>
          <p:nvPr/>
        </p:nvPicPr>
        <p:blipFill>
          <a:blip r:embed="rId2"/>
          <a:srcRect l="15406" r="15406"/>
          <a:stretch/>
        </p:blipFill>
        <p:spPr>
          <a:xfrm>
            <a:off x="7880015" y="576000"/>
            <a:ext cx="3391970" cy="5724000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Ewolucja: Od Systemu do Globalnej Platformy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381600" y="2268000"/>
            <a:ext cx="5976000" cy="367200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pl-PL" sz="2000" dirty="0">
                <a:solidFill>
                  <a:schemeClr val="accent1"/>
                </a:solidFill>
                <a:latin typeface="APK Galeria Semi-Bold"/>
                <a:cs typeface="APK Galeria Semi-Bold"/>
              </a:rPr>
              <a:t>1976: </a:t>
            </a:r>
            <a:r>
              <a:rPr lang="pl-PL" sz="2000" dirty="0">
                <a:latin typeface="APK Galeria Semi-Bold"/>
                <a:cs typeface="APK Galeria Semi-Bold"/>
              </a:rPr>
              <a:t>Otwarcie dla Agentów</a:t>
            </a:r>
            <a:endParaRPr lang="pl-PL" sz="2000" dirty="0"/>
          </a:p>
          <a:p>
            <a:pPr>
              <a:spcBef>
                <a:spcPts val="400"/>
              </a:spcBef>
            </a:pPr>
            <a:r>
              <a:rPr lang="pl-PL" sz="1800" dirty="0"/>
              <a:t>Udostępnienie systemu zewnętrznym biurom podróży, rewolucjonizujące sposób sprzedaży biletów lotniczych</a:t>
            </a:r>
          </a:p>
          <a:p>
            <a:pPr>
              <a:spcBef>
                <a:spcPts val="1800"/>
              </a:spcBef>
            </a:pPr>
            <a:r>
              <a:rPr lang="pl-PL" sz="2000" dirty="0">
                <a:solidFill>
                  <a:schemeClr val="accent1"/>
                </a:solidFill>
                <a:latin typeface="APK Galeria Semi-Bold"/>
                <a:cs typeface="APK Galeria Semi-Bold"/>
              </a:rPr>
              <a:t>2000: </a:t>
            </a:r>
            <a:r>
              <a:rPr lang="pl-PL" sz="2000" dirty="0">
                <a:latin typeface="APK Galeria Semi-Bold"/>
                <a:cs typeface="APK Galeria Semi-Bold"/>
              </a:rPr>
              <a:t>Niezależność i Rozwój</a:t>
            </a:r>
            <a:endParaRPr lang="pl-PL" sz="2000" dirty="0"/>
          </a:p>
          <a:p>
            <a:pPr>
              <a:spcBef>
                <a:spcPts val="400"/>
              </a:spcBef>
            </a:pPr>
            <a:r>
              <a:rPr lang="pl-PL" sz="1800" dirty="0"/>
              <a:t>Sabre staje się autonomiczną firmą, tworząc trzy kluczowe jednostki biznesowe</a:t>
            </a:r>
          </a:p>
          <a:p>
            <a:pPr marL="182880" indent="-182880">
              <a:spcBef>
                <a:spcPts val="600"/>
              </a:spcBef>
              <a:buClr>
                <a:schemeClr val="accent1"/>
              </a:buClr>
              <a:buSzPct val="75000"/>
              <a:buFontTx/>
              <a:buBlip>
                <a:blip r:embed="rId2"/>
              </a:buBlip>
            </a:pPr>
            <a:r>
              <a:rPr lang="pl-PL" sz="1800" dirty="0">
                <a:latin typeface="APK Galeria Semi-Bold"/>
                <a:cs typeface="APK Galeria Semi-Bold"/>
              </a:rPr>
              <a:t>Travel Network</a:t>
            </a:r>
            <a:r>
              <a:rPr lang="pl-PL" sz="1800" dirty="0"/>
              <a:t> – globalna dystrybucja usług turystycznych</a:t>
            </a:r>
          </a:p>
          <a:p>
            <a:pPr marL="182880" indent="-182880">
              <a:spcBef>
                <a:spcPts val="600"/>
              </a:spcBef>
              <a:buClr>
                <a:schemeClr val="accent1"/>
              </a:buClr>
              <a:buSzPct val="75000"/>
              <a:buFontTx/>
              <a:buBlip>
                <a:blip r:embed="rId2"/>
              </a:buBlip>
            </a:pPr>
            <a:r>
              <a:rPr lang="pl-PL" sz="1800" dirty="0">
                <a:latin typeface="APK Galeria Semi-Bold"/>
                <a:cs typeface="APK Galeria Semi-Bold"/>
              </a:rPr>
              <a:t>Airline Solutions</a:t>
            </a:r>
            <a:r>
              <a:rPr lang="pl-PL" sz="1800" dirty="0"/>
              <a:t> – zaawansowane technologie dla linii lotniczych</a:t>
            </a:r>
          </a:p>
          <a:p>
            <a:pPr marL="182880" indent="-182880">
              <a:spcBef>
                <a:spcPts val="600"/>
              </a:spcBef>
              <a:buClr>
                <a:schemeClr val="accent1"/>
              </a:buClr>
              <a:buSzPct val="75000"/>
              <a:buFontTx/>
              <a:buBlip>
                <a:blip r:embed="rId2"/>
              </a:buBlip>
            </a:pPr>
            <a:r>
              <a:rPr lang="pl-PL" sz="1800" dirty="0">
                <a:latin typeface="APK Galeria Semi-Bold"/>
                <a:cs typeface="APK Galeria Semi-Bold"/>
              </a:rPr>
              <a:t>Hospitality Solutions</a:t>
            </a:r>
            <a:r>
              <a:rPr lang="pl-PL" sz="1800" dirty="0"/>
              <a:t> – innowacyjne systemy hotelarskie</a:t>
            </a:r>
          </a:p>
        </p:txBody>
      </p:sp>
      <p:sp>
        <p:nvSpPr>
          <p:cNvPr id="5" name="Illustration panel"/>
          <p:cNvSpPr/>
          <p:nvPr/>
        </p:nvSpPr>
        <p:spPr>
          <a:xfrm>
            <a:off x="6951600" y="0"/>
            <a:ext cx="524052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Placeholder 6"/>
          <p:cNvPicPr>
            <a:picLocks noGrp="1" noChangeAspect="1"/>
          </p:cNvPicPr>
          <p:nvPr/>
        </p:nvPicPr>
        <p:blipFill>
          <a:blip r:embed="rId3"/>
          <a:stretch/>
        </p:blipFill>
        <p:spPr>
          <a:xfrm>
            <a:off x="7308000" y="1434050"/>
            <a:ext cx="4536000" cy="40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Sabre Dziś: Globalna Skala Operacji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l-PL" dirty="0"/>
              <a:t>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723901" y="2501346"/>
            <a:ext cx="4924800" cy="828000"/>
          </a:xfrm>
        </p:spPr>
        <p:txBody>
          <a:bodyPr/>
          <a:lstStyle/>
          <a:p>
            <a:r>
              <a:rPr lang="pl-PL" dirty="0"/>
              <a:t>głównych lokalizacji</a:t>
            </a:r>
          </a:p>
          <a:p>
            <a:pPr>
              <a:spcBef>
                <a:spcPts val="0"/>
              </a:spcBef>
            </a:pPr>
            <a:r>
              <a:rPr lang="pl-PL" dirty="0">
                <a:latin typeface="+mn-lt"/>
                <a:cs typeface="+mn-lt"/>
              </a:rPr>
              <a:t>w tym Kraków (od 25 lat!)</a:t>
            </a:r>
            <a:endParaRPr lang="pl-PL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pl-PL" dirty="0"/>
              <a:t>160+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6543676" y="2501346"/>
            <a:ext cx="4924800" cy="828000"/>
          </a:xfrm>
        </p:spPr>
        <p:txBody>
          <a:bodyPr/>
          <a:lstStyle/>
          <a:p>
            <a:r>
              <a:rPr lang="pl-PL" dirty="0"/>
              <a:t>Krajów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pl-PL" dirty="0"/>
              <a:t>130K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9"/>
          </p:nvPr>
        </p:nvSpPr>
        <p:spPr>
          <a:xfrm>
            <a:off x="723901" y="4861249"/>
            <a:ext cx="4924800" cy="828000"/>
          </a:xfrm>
        </p:spPr>
        <p:txBody>
          <a:bodyPr/>
          <a:lstStyle/>
          <a:p>
            <a:r>
              <a:rPr lang="pl-PL" dirty="0"/>
              <a:t>Terminali</a:t>
            </a:r>
          </a:p>
          <a:p>
            <a:pPr>
              <a:spcBef>
                <a:spcPts val="0"/>
              </a:spcBef>
            </a:pPr>
            <a:r>
              <a:rPr lang="pl-PL" dirty="0">
                <a:latin typeface="+mn-lt"/>
                <a:cs typeface="+mn-lt"/>
              </a:rPr>
              <a:t>w biurach podróży na całym świecie</a:t>
            </a:r>
            <a:endParaRPr lang="pl-PL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pl-PL" dirty="0"/>
              <a:t>190M+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1"/>
          </p:nvPr>
        </p:nvSpPr>
        <p:spPr>
          <a:xfrm>
            <a:off x="6543676" y="4861249"/>
            <a:ext cx="4924800" cy="828000"/>
          </a:xfrm>
        </p:spPr>
        <p:txBody>
          <a:bodyPr/>
          <a:lstStyle/>
          <a:p>
            <a:r>
              <a:rPr lang="pl-PL" dirty="0"/>
              <a:t>Wiadomości</a:t>
            </a:r>
          </a:p>
          <a:p>
            <a:pPr>
              <a:spcBef>
                <a:spcPts val="0"/>
              </a:spcBef>
            </a:pPr>
            <a:r>
              <a:rPr lang="pl-PL" dirty="0">
                <a:latin typeface="+mn-lt"/>
                <a:cs typeface="+mn-lt"/>
              </a:rPr>
              <a:t>przetwarzanych codziennie</a:t>
            </a:r>
            <a:endParaRPr lang="pl-PL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Dlaczego QA jest kluczowe?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381600" y="2268000"/>
            <a:ext cx="5976000" cy="367200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pl-PL" sz="2000" dirty="0">
                <a:latin typeface="APK Galeria Semi-Bold"/>
                <a:cs typeface="APK Galeria Semi-Bold"/>
              </a:rPr>
              <a:t>Złożoność systemów</a:t>
            </a:r>
            <a:endParaRPr lang="pl-PL" sz="2000" dirty="0"/>
          </a:p>
          <a:p>
            <a:pPr>
              <a:spcBef>
                <a:spcPts val="400"/>
              </a:spcBef>
            </a:pPr>
            <a:r>
              <a:rPr lang="pl-PL" sz="1800" dirty="0"/>
              <a:t>Systemy rezerwacyjne wymagają absolutnej niezawodności i najwyższego poziomu bezpieczeństwa danych</a:t>
            </a:r>
          </a:p>
          <a:p>
            <a:pPr>
              <a:spcBef>
                <a:spcPts val="1800"/>
              </a:spcBef>
            </a:pPr>
            <a:r>
              <a:rPr lang="pl-PL" sz="2000" dirty="0">
                <a:latin typeface="APK Galeria Semi-Bold"/>
                <a:cs typeface="APK Galeria Semi-Bold"/>
              </a:rPr>
              <a:t>Wpływ na miliony</a:t>
            </a:r>
            <a:endParaRPr lang="pl-PL" sz="2000" dirty="0"/>
          </a:p>
          <a:p>
            <a:pPr>
              <a:spcBef>
                <a:spcPts val="400"/>
              </a:spcBef>
            </a:pPr>
            <a:r>
              <a:rPr lang="pl-PL" sz="1800" dirty="0"/>
              <a:t>Bezpośredni wpływ na doświadczenie podróży milionów klientów i partnerów biznesowych na całym świecie</a:t>
            </a:r>
          </a:p>
          <a:p>
            <a:pPr>
              <a:spcBef>
                <a:spcPts val="1800"/>
              </a:spcBef>
            </a:pPr>
            <a:r>
              <a:rPr lang="pl-PL" sz="2000" dirty="0">
                <a:latin typeface="APK Galeria Semi-Bold"/>
                <a:cs typeface="APK Galeria Semi-Bold"/>
              </a:rPr>
              <a:t>Wyzwania QA</a:t>
            </a:r>
            <a:endParaRPr lang="pl-PL" sz="2000" dirty="0"/>
          </a:p>
          <a:p>
            <a:pPr>
              <a:spcBef>
                <a:spcPts val="400"/>
              </a:spcBef>
            </a:pPr>
            <a:r>
              <a:rPr lang="pl-PL" sz="1800" dirty="0"/>
              <a:t>Integracja wielu źródeł danych, skalowalność systemów, szybkie i bezpieczne wdrożenia</a:t>
            </a:r>
          </a:p>
        </p:txBody>
      </p:sp>
      <p:sp>
        <p:nvSpPr>
          <p:cNvPr id="5" name="Illustration panel"/>
          <p:cNvSpPr/>
          <p:nvPr/>
        </p:nvSpPr>
        <p:spPr>
          <a:xfrm>
            <a:off x="6951600" y="0"/>
            <a:ext cx="524052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Placeholder 4"/>
          <p:cNvPicPr>
            <a:picLocks noGrp="1" noChangeAspect="1"/>
          </p:cNvPicPr>
          <p:nvPr/>
        </p:nvPicPr>
        <p:blipFill>
          <a:blip r:embed="rId2"/>
          <a:srcRect t="5419" b="8896"/>
          <a:stretch>
            <a:fillRect/>
          </a:stretch>
        </p:blipFill>
        <p:spPr>
          <a:xfrm>
            <a:off x="7308000" y="1449680"/>
            <a:ext cx="4536000" cy="39766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381600" y="1512000"/>
            <a:ext cx="10620000" cy="3600000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Jakość oprogramowania</a:t>
            </a:r>
            <a:r>
              <a:rPr lang="pl-PL" dirty="0"/>
              <a:t> w Sabre to nie opcja – to konieczność, która determinuje sukces całej branży turystycznej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Współpraca z Przyszłymi Specjalistami (nie tylko) QA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600" y="1296000"/>
            <a:ext cx="4428000" cy="14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pl-PL" sz="2000" dirty="0"/>
              <a:t>Sabre oferuje unikalne możliwości rozwoju kariery, łącząc teorię z praktyką w rzeczywistych projektach o międzynarodowym zasięgu.</a:t>
            </a:r>
          </a:p>
        </p:txBody>
      </p:sp>
      <p:sp>
        <p:nvSpPr>
          <p:cNvPr id="4" name="Card"/>
          <p:cNvSpPr/>
          <p:nvPr/>
        </p:nvSpPr>
        <p:spPr>
          <a:xfrm>
            <a:off x="381600" y="2916000"/>
            <a:ext cx="4428000" cy="270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036" y="3024000"/>
            <a:ext cx="2723128" cy="2484000"/>
          </a:xfrm>
          <a:prstGeom prst="rect">
            <a:avLst/>
          </a:prstGeom>
        </p:spPr>
      </p:pic>
      <p:sp>
        <p:nvSpPr>
          <p:cNvPr id="6" name="Label"/>
          <p:cNvSpPr/>
          <p:nvPr/>
        </p:nvSpPr>
        <p:spPr>
          <a:xfrm>
            <a:off x="5112000" y="1296000"/>
            <a:ext cx="2016000" cy="133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216000" tIns="72000" rIns="144000" bIns="72000" rtlCol="0" anchor="ctr">
            <a:noAutofit/>
          </a:bodyPr>
          <a:lstStyle/>
          <a:p>
            <a:r>
              <a:rPr lang="pl-PL" sz="2000" dirty="0">
                <a:solidFill>
                  <a:schemeClr val="tx1"/>
                </a:solidFill>
                <a:latin typeface="APK Galeria Semi-Bold"/>
                <a:cs typeface="APK Galeria Semi-Bold"/>
              </a:rPr>
              <a:t>Programy Stażowe</a:t>
            </a:r>
            <a:endParaRPr lang="pl-PL" sz="2000" dirty="0"/>
          </a:p>
        </p:txBody>
      </p:sp>
      <p:sp>
        <p:nvSpPr>
          <p:cNvPr id="7" name="Card"/>
          <p:cNvSpPr/>
          <p:nvPr/>
        </p:nvSpPr>
        <p:spPr>
          <a:xfrm>
            <a:off x="7128000" y="1296000"/>
            <a:ext cx="4680000" cy="133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80000" y="1296000"/>
            <a:ext cx="4176000" cy="1332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pl-PL" sz="1800" dirty="0"/>
              <a:t>Kompleksowe szkolenia prowadzone przez doświadczonych pracowników Sabre</a:t>
            </a:r>
          </a:p>
        </p:txBody>
      </p:sp>
      <p:sp>
        <p:nvSpPr>
          <p:cNvPr id="9" name="Label"/>
          <p:cNvSpPr/>
          <p:nvPr/>
        </p:nvSpPr>
        <p:spPr>
          <a:xfrm>
            <a:off x="5112000" y="2790000"/>
            <a:ext cx="2016000" cy="133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216000" tIns="72000" rIns="144000" bIns="72000" rtlCol="0" anchor="ctr">
            <a:noAutofit/>
          </a:bodyPr>
          <a:lstStyle/>
          <a:p>
            <a:r>
              <a:rPr lang="pl-PL" sz="2000" dirty="0">
                <a:solidFill>
                  <a:schemeClr val="tx1"/>
                </a:solidFill>
                <a:latin typeface="APK Galeria Semi-Bold"/>
                <a:cs typeface="APK Galeria Semi-Bold"/>
              </a:rPr>
              <a:t>Realne Projekty</a:t>
            </a:r>
            <a:endParaRPr lang="pl-PL" sz="2000" dirty="0"/>
          </a:p>
        </p:txBody>
      </p:sp>
      <p:sp>
        <p:nvSpPr>
          <p:cNvPr id="10" name="Card"/>
          <p:cNvSpPr/>
          <p:nvPr/>
        </p:nvSpPr>
        <p:spPr>
          <a:xfrm>
            <a:off x="7128000" y="2790000"/>
            <a:ext cx="4680000" cy="133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80000" y="2790000"/>
            <a:ext cx="4176000" cy="1332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pl-PL" sz="1800" dirty="0"/>
              <a:t>Możliwość pracy nad autentycznymi wyzwaniami w dynamicznej branży turystycznej</a:t>
            </a:r>
          </a:p>
        </p:txBody>
      </p:sp>
      <p:sp>
        <p:nvSpPr>
          <p:cNvPr id="12" name="Label"/>
          <p:cNvSpPr/>
          <p:nvPr/>
        </p:nvSpPr>
        <p:spPr>
          <a:xfrm>
            <a:off x="5112000" y="4284000"/>
            <a:ext cx="2016000" cy="133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216000" tIns="72000" rIns="144000" bIns="72000" rtlCol="0" anchor="ctr">
            <a:noAutofit/>
          </a:bodyPr>
          <a:lstStyle/>
          <a:p>
            <a:r>
              <a:rPr lang="pl-PL" sz="2000" dirty="0">
                <a:solidFill>
                  <a:schemeClr val="tx1"/>
                </a:solidFill>
                <a:latin typeface="APK Galeria Semi-Bold"/>
                <a:cs typeface="APK Galeria Semi-Bold"/>
              </a:rPr>
              <a:t>Rozwój Kompetencji</a:t>
            </a:r>
            <a:endParaRPr lang="pl-PL" sz="2000" dirty="0"/>
          </a:p>
        </p:txBody>
      </p:sp>
      <p:sp>
        <p:nvSpPr>
          <p:cNvPr id="13" name="Card"/>
          <p:cNvSpPr/>
          <p:nvPr/>
        </p:nvSpPr>
        <p:spPr>
          <a:xfrm>
            <a:off x="7128000" y="4284000"/>
            <a:ext cx="4680000" cy="133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80000" y="4284000"/>
            <a:ext cx="4176000" cy="1332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pl-PL" sz="1800" dirty="0"/>
              <a:t>Budowanie doświadczenia w międzynarodowym środowisku IT o globalnym zasięgu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image.png"/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t="530" b="530"/>
          <a:stretch>
            <a:fillRect/>
          </a:stretch>
        </p:blipFill>
        <p:spPr/>
      </p:pic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381600" y="1440000"/>
            <a:ext cx="6084000" cy="3276000"/>
          </a:xfrm>
        </p:spPr>
        <p:txBody>
          <a:bodyPr/>
          <a:lstStyle/>
          <a:p>
            <a:r>
              <a:rPr lang="pl-PL" dirty="0"/>
              <a:t>Sabre in seconds..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12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ource"/>
          <p:cNvSpPr txBox="1"/>
          <p:nvPr/>
        </p:nvSpPr>
        <p:spPr>
          <a:xfrm>
            <a:off x="4680000" y="6552000"/>
            <a:ext cx="7308000" cy="21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/>
            <a:r>
              <a:rPr lang="pl-PL" sz="1000" dirty="0">
                <a:solidFill>
                  <a:schemeClr val="bg1"/>
                </a:solidFill>
              </a:rPr>
              <a:t>https://en.wikipedia.org/wiki/Blue_screen_of_death#/media/File:Bsodwindows10.png</a:t>
            </a:r>
            <a:endParaRPr lang="pl-PL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Ariane 5 Flight 501</a:t>
            </a:r>
          </a:p>
        </p:txBody>
      </p:sp>
      <p:pic>
        <p:nvPicPr>
          <p:cNvPr id="3" name="Content Placeholder 4" descr="A picture containing outdoor, sky, train, track&#10;&#10;Description automatically generated"/>
          <p:cNvPicPr>
            <a:picLocks noGrp="1" noChangeAspect="1"/>
          </p:cNvPicPr>
          <p:nvPr/>
        </p:nvPicPr>
        <p:blipFill rotWithShape="1">
          <a:blip r:embed="rId2"/>
          <a:srcRect b="3364"/>
          <a:stretch/>
        </p:blipFill>
        <p:spPr>
          <a:xfrm>
            <a:off x="2008334" y="1296000"/>
            <a:ext cx="3639451" cy="4212000"/>
          </a:xfrm>
          <a:prstGeom prst="rect">
            <a:avLst/>
          </a:prstGeom>
        </p:spPr>
      </p:pic>
      <p:pic>
        <p:nvPicPr>
          <p:cNvPr id="4" name="Picture 6" descr="A picture containing smoke, outdoor, coming, steam&#10;&#10;Description automatically genera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786" y="1296000"/>
            <a:ext cx="4212000" cy="4212000"/>
          </a:xfrm>
          <a:prstGeom prst="rect">
            <a:avLst/>
          </a:prstGeom>
        </p:spPr>
      </p:pic>
      <p:sp>
        <p:nvSpPr>
          <p:cNvPr id="5" name="Source"/>
          <p:cNvSpPr txBox="1"/>
          <p:nvPr/>
        </p:nvSpPr>
        <p:spPr>
          <a:xfrm>
            <a:off x="4320000" y="5778000"/>
            <a:ext cx="7488000" cy="27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/>
            <a:r>
              <a:rPr lang="pl-PL" sz="900" dirty="0">
                <a:solidFill>
                  <a:schemeClr val="tx2"/>
                </a:solidFill>
              </a:rPr>
              <a:t>Fotos from: https://medium.com/dataseries/crash-and-burn-a-short-story-of-ariane-5-flight-501-3a3c50e0e284</a:t>
            </a:r>
            <a:endParaRPr lang="pl-PL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Therac-25/Cobalt 60</a:t>
            </a:r>
          </a:p>
        </p:txBody>
      </p:sp>
      <p:pic>
        <p:nvPicPr>
          <p:cNvPr id="3" name="Picture 3" descr="A picture containing text, computer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600" y="1349258"/>
            <a:ext cx="11426400" cy="4213485"/>
          </a:xfrm>
          <a:prstGeom prst="rect">
            <a:avLst/>
          </a:prstGeom>
        </p:spPr>
      </p:pic>
      <p:sp>
        <p:nvSpPr>
          <p:cNvPr id="4" name="Source"/>
          <p:cNvSpPr txBox="1"/>
          <p:nvPr/>
        </p:nvSpPr>
        <p:spPr>
          <a:xfrm>
            <a:off x="4320000" y="5778000"/>
            <a:ext cx="7488000" cy="27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/>
            <a:r>
              <a:rPr lang="pl-PL" sz="900" dirty="0">
                <a:solidFill>
                  <a:schemeClr val="tx2"/>
                </a:solidFill>
              </a:rPr>
              <a:t>Foto from: https://medium.com/swlh/software-architecture-therac-25-the-killer-radiation-machine-8a05e0705d5b</a:t>
            </a:r>
            <a:endParaRPr lang="pl-PL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381600" y="1800000"/>
            <a:ext cx="6660000" cy="2880000"/>
          </a:xfrm>
        </p:spPr>
        <p:txBody>
          <a:bodyPr/>
          <a:lstStyle/>
          <a:p>
            <a:r>
              <a:rPr lang="pl-PL" dirty="0"/>
              <a:t>Testowanie to nie tylko szukanie błędów</a:t>
            </a:r>
          </a:p>
        </p:txBody>
      </p:sp>
      <p:pic>
        <p:nvPicPr>
          <p:cNvPr id="3" name="Graphic 5" descr="Bug under magnifying glass with solid fil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4000" y="1188000"/>
            <a:ext cx="3816000" cy="3816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Logo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074" y="864000"/>
            <a:ext cx="8569852" cy="489600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Sabre Academy Team</a:t>
            </a:r>
          </a:p>
        </p:txBody>
      </p:sp>
      <p:sp>
        <p:nvSpPr>
          <p:cNvPr id="3" name="Card"/>
          <p:cNvSpPr/>
          <p:nvPr/>
        </p:nvSpPr>
        <p:spPr>
          <a:xfrm>
            <a:off x="381600" y="1220400"/>
            <a:ext cx="2700000" cy="214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Joanna Polek"/>
          <p:cNvPicPr>
            <a:picLocks noChangeAspect="1"/>
          </p:cNvPicPr>
          <p:nvPr/>
        </p:nvPicPr>
        <p:blipFill rotWithShape="1">
          <a:blip r:embed="rId2"/>
          <a:srcRect l="1562" t="-1167" r="-1562" b="25466"/>
          <a:stretch/>
        </p:blipFill>
        <p:spPr>
          <a:xfrm>
            <a:off x="1029600" y="1382400"/>
            <a:ext cx="1404000" cy="1421082"/>
          </a:xfrm>
          <a:prstGeom prst="flowChartConnector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9600" y="2930400"/>
            <a:ext cx="2484000" cy="32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pl-PL" sz="1600" dirty="0">
                <a:solidFill>
                  <a:schemeClr val="accent1"/>
                </a:solidFill>
                <a:latin typeface="APK Galeria Semi-Bold"/>
                <a:cs typeface="APK Galeria Semi-Bold"/>
              </a:rPr>
              <a:t>Joanna Polek</a:t>
            </a:r>
            <a:endParaRPr lang="pl-PL" sz="1600" dirty="0"/>
          </a:p>
        </p:txBody>
      </p:sp>
      <p:sp>
        <p:nvSpPr>
          <p:cNvPr id="6" name="Card"/>
          <p:cNvSpPr/>
          <p:nvPr/>
        </p:nvSpPr>
        <p:spPr>
          <a:xfrm>
            <a:off x="3290400" y="1220400"/>
            <a:ext cx="2700000" cy="214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Maciej Targosz"/>
          <p:cNvPicPr>
            <a:picLocks noChangeAspect="1"/>
          </p:cNvPicPr>
          <p:nvPr/>
        </p:nvPicPr>
        <p:blipFill>
          <a:blip r:embed="rId3"/>
          <a:srcRect t="1741" b="1741"/>
          <a:stretch/>
        </p:blipFill>
        <p:spPr>
          <a:xfrm>
            <a:off x="3938400" y="1382400"/>
            <a:ext cx="1404000" cy="1421082"/>
          </a:xfrm>
          <a:prstGeom prst="flowChartConnector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398400" y="2930400"/>
            <a:ext cx="2484000" cy="32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pl-PL" sz="1600" dirty="0">
                <a:solidFill>
                  <a:schemeClr val="accent1"/>
                </a:solidFill>
                <a:latin typeface="APK Galeria Semi-Bold"/>
                <a:cs typeface="APK Galeria Semi-Bold"/>
              </a:rPr>
              <a:t>Maciej Targosz</a:t>
            </a:r>
            <a:endParaRPr lang="pl-PL" sz="1600" dirty="0"/>
          </a:p>
        </p:txBody>
      </p:sp>
      <p:sp>
        <p:nvSpPr>
          <p:cNvPr id="9" name="Card"/>
          <p:cNvSpPr/>
          <p:nvPr/>
        </p:nvSpPr>
        <p:spPr>
          <a:xfrm>
            <a:off x="6199200" y="1220400"/>
            <a:ext cx="2700000" cy="214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Mikołaj Listwan"/>
          <p:cNvPicPr>
            <a:picLocks noChangeAspect="1"/>
          </p:cNvPicPr>
          <p:nvPr/>
        </p:nvPicPr>
        <p:blipFill rotWithShape="1">
          <a:blip r:embed="rId4"/>
          <a:srcRect l="1702" t="17464" r="1565" b="4626"/>
          <a:stretch/>
        </p:blipFill>
        <p:spPr>
          <a:xfrm>
            <a:off x="6847200" y="1382400"/>
            <a:ext cx="1404000" cy="1421082"/>
          </a:xfrm>
          <a:prstGeom prst="flowChartConnector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7200" y="2930400"/>
            <a:ext cx="2484000" cy="32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pl-PL" sz="1600" dirty="0">
                <a:solidFill>
                  <a:schemeClr val="accent1"/>
                </a:solidFill>
                <a:latin typeface="APK Galeria Semi-Bold"/>
                <a:cs typeface="APK Galeria Semi-Bold"/>
              </a:rPr>
              <a:t>Mikołaj Listwan</a:t>
            </a:r>
            <a:endParaRPr lang="pl-PL" sz="1600" dirty="0"/>
          </a:p>
        </p:txBody>
      </p:sp>
      <p:sp>
        <p:nvSpPr>
          <p:cNvPr id="12" name="Card"/>
          <p:cNvSpPr/>
          <p:nvPr/>
        </p:nvSpPr>
        <p:spPr>
          <a:xfrm>
            <a:off x="9108000" y="1220400"/>
            <a:ext cx="2700000" cy="214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Denis Kure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6000" y="1382400"/>
            <a:ext cx="1404000" cy="1404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216000" y="2930400"/>
            <a:ext cx="2484000" cy="32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pl-PL" sz="1600" dirty="0">
                <a:solidFill>
                  <a:schemeClr val="accent1"/>
                </a:solidFill>
                <a:latin typeface="APK Galeria Semi-Bold"/>
                <a:cs typeface="APK Galeria Semi-Bold"/>
              </a:rPr>
              <a:t>Denis Kurek</a:t>
            </a:r>
            <a:endParaRPr lang="pl-PL" sz="1600" dirty="0"/>
          </a:p>
        </p:txBody>
      </p:sp>
      <p:sp>
        <p:nvSpPr>
          <p:cNvPr id="15" name="Card"/>
          <p:cNvSpPr/>
          <p:nvPr/>
        </p:nvSpPr>
        <p:spPr>
          <a:xfrm>
            <a:off x="381600" y="3524400"/>
            <a:ext cx="2700000" cy="214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Mariusz Kuras"/>
          <p:cNvPicPr>
            <a:picLocks noChangeAspect="1"/>
          </p:cNvPicPr>
          <p:nvPr/>
        </p:nvPicPr>
        <p:blipFill>
          <a:blip r:embed="rId6"/>
          <a:srcRect t="8593" b="8593"/>
          <a:stretch/>
        </p:blipFill>
        <p:spPr>
          <a:xfrm>
            <a:off x="1029600" y="3686400"/>
            <a:ext cx="1404000" cy="1421082"/>
          </a:xfrm>
          <a:prstGeom prst="flowChartConnector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89600" y="5234400"/>
            <a:ext cx="2484000" cy="32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pl-PL" sz="1600" dirty="0">
                <a:solidFill>
                  <a:schemeClr val="accent1"/>
                </a:solidFill>
                <a:latin typeface="APK Galeria Semi-Bold"/>
                <a:cs typeface="APK Galeria Semi-Bold"/>
              </a:rPr>
              <a:t>Mariusz Kuras</a:t>
            </a:r>
            <a:endParaRPr lang="pl-PL" sz="1600" dirty="0"/>
          </a:p>
        </p:txBody>
      </p:sp>
      <p:sp>
        <p:nvSpPr>
          <p:cNvPr id="18" name="Card"/>
          <p:cNvSpPr/>
          <p:nvPr/>
        </p:nvSpPr>
        <p:spPr>
          <a:xfrm>
            <a:off x="3290400" y="3524400"/>
            <a:ext cx="2700000" cy="214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aweł Popiołek"/>
          <p:cNvPicPr>
            <a:picLocks noChangeAspect="1"/>
          </p:cNvPicPr>
          <p:nvPr/>
        </p:nvPicPr>
        <p:blipFill rotWithShape="1">
          <a:blip r:embed="rId7"/>
          <a:srcRect l="-15515" t="6448" r="-5199" b="-1765"/>
          <a:stretch/>
        </p:blipFill>
        <p:spPr>
          <a:xfrm>
            <a:off x="3938400" y="3686400"/>
            <a:ext cx="1404000" cy="1421082"/>
          </a:xfrm>
          <a:prstGeom prst="flowChartConnector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398400" y="5234400"/>
            <a:ext cx="2484000" cy="32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pl-PL" sz="1600" dirty="0">
                <a:solidFill>
                  <a:schemeClr val="accent1"/>
                </a:solidFill>
                <a:latin typeface="APK Galeria Semi-Bold"/>
                <a:cs typeface="APK Galeria Semi-Bold"/>
              </a:rPr>
              <a:t>Paweł Popiołek</a:t>
            </a:r>
            <a:endParaRPr lang="pl-PL" sz="1600" dirty="0"/>
          </a:p>
        </p:txBody>
      </p:sp>
      <p:sp>
        <p:nvSpPr>
          <p:cNvPr id="21" name="Card"/>
          <p:cNvSpPr/>
          <p:nvPr/>
        </p:nvSpPr>
        <p:spPr>
          <a:xfrm>
            <a:off x="6199200" y="3524400"/>
            <a:ext cx="2700000" cy="214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otr Mirek"/>
          <p:cNvPicPr>
            <a:picLocks noChangeAspect="1"/>
          </p:cNvPicPr>
          <p:nvPr/>
        </p:nvPicPr>
        <p:blipFill rotWithShape="1">
          <a:blip r:embed="rId8"/>
          <a:srcRect l="370" t="2307" r="-370" b="14241"/>
          <a:stretch/>
        </p:blipFill>
        <p:spPr>
          <a:xfrm>
            <a:off x="6847200" y="3686400"/>
            <a:ext cx="1404000" cy="1421082"/>
          </a:xfrm>
          <a:prstGeom prst="flowChartConnector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307200" y="5234400"/>
            <a:ext cx="2484000" cy="32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pl-PL" sz="1600" dirty="0">
                <a:solidFill>
                  <a:schemeClr val="accent1"/>
                </a:solidFill>
                <a:latin typeface="APK Galeria Semi-Bold"/>
                <a:cs typeface="APK Galeria Semi-Bold"/>
              </a:rPr>
              <a:t>Piotr Mirek</a:t>
            </a:r>
            <a:endParaRPr lang="pl-PL" sz="1600" dirty="0"/>
          </a:p>
        </p:txBody>
      </p:sp>
      <p:sp>
        <p:nvSpPr>
          <p:cNvPr id="24" name="Card"/>
          <p:cNvSpPr/>
          <p:nvPr/>
        </p:nvSpPr>
        <p:spPr>
          <a:xfrm>
            <a:off x="9108000" y="3524400"/>
            <a:ext cx="2700000" cy="214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Kacper Wilim"/>
          <p:cNvPicPr>
            <a:picLocks noChangeAspect="1"/>
          </p:cNvPicPr>
          <p:nvPr/>
        </p:nvPicPr>
        <p:blipFill>
          <a:blip r:embed="rId9"/>
          <a:srcRect t="12044" b="12044"/>
          <a:stretch/>
        </p:blipFill>
        <p:spPr>
          <a:xfrm>
            <a:off x="9756000" y="3686400"/>
            <a:ext cx="1404000" cy="1421082"/>
          </a:xfrm>
          <a:prstGeom prst="flowChartConnector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216000" y="5234400"/>
            <a:ext cx="2484000" cy="32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pl-PL" sz="1600" dirty="0">
                <a:solidFill>
                  <a:schemeClr val="accent1"/>
                </a:solidFill>
                <a:latin typeface="APK Galeria Semi-Bold"/>
                <a:cs typeface="APK Galeria Semi-Bold"/>
              </a:rPr>
              <a:t>Kacper Wilim</a:t>
            </a:r>
            <a:endParaRPr lang="pl-PL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Warunki zaliczenia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pl-PL" sz="2000" dirty="0"/>
              <a:t>obecność na laboratoriach</a:t>
            </a:r>
          </a:p>
          <a:p>
            <a:pPr lvl="1"/>
            <a:r>
              <a:rPr lang="pl-PL" sz="2000" dirty="0"/>
              <a:t>wiedza wyniesiona z wykładu</a:t>
            </a:r>
          </a:p>
          <a:p>
            <a:pPr lvl="2"/>
            <a:r>
              <a:rPr lang="pl-PL" sz="1800" dirty="0"/>
              <a:t>oceniana na podstawie wykonywanych na laboratorium zadań</a:t>
            </a:r>
          </a:p>
          <a:p>
            <a:pPr lvl="1"/>
            <a:r>
              <a:rPr lang="pl-PL" sz="2000" dirty="0"/>
              <a:t>wykonanie zadań</a:t>
            </a:r>
          </a:p>
          <a:p>
            <a:pPr lvl="2"/>
            <a:r>
              <a:rPr lang="pl-PL" sz="1800" dirty="0"/>
              <a:t>commit’y w repozytoriach zespołów</a:t>
            </a:r>
          </a:p>
          <a:p>
            <a:pPr lvl="2"/>
            <a:r>
              <a:rPr lang="pl-PL" sz="1800" dirty="0"/>
              <a:t>końcowa ocena wystawiana indywidualnie</a:t>
            </a:r>
          </a:p>
          <a:p>
            <a:pPr lvl="2"/>
            <a:r>
              <a:rPr lang="pl-PL" sz="1800" dirty="0"/>
              <a:t>widoczna w git’cie praca zespołowa na “+” dla całego zespołu</a:t>
            </a:r>
          </a:p>
          <a:p>
            <a:pPr lvl="2"/>
            <a:r>
              <a:rPr lang="pl-PL" sz="1800" dirty="0"/>
              <a:t>termin oddania zadania = data commit’a wmergowanego w główną gałąź repozytorium</a:t>
            </a:r>
          </a:p>
          <a:p>
            <a:pPr lvl="1"/>
            <a:r>
              <a:rPr lang="pl-PL" sz="2000" dirty="0"/>
              <a:t>w przypadkach “dyskusyjnych”</a:t>
            </a:r>
          </a:p>
          <a:p>
            <a:pPr lvl="2"/>
            <a:r>
              <a:rPr lang="pl-PL" sz="1800" dirty="0"/>
              <a:t>zaliczenie bazujące na rozmowie zaliczeniowej sprawdzającej wiedzę (teoria + praktyka)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Harmonogram zajęć</a:t>
            </a:r>
          </a:p>
        </p:txBody>
      </p:sp>
      <p:graphicFrame>
        <p:nvGraphicFramePr>
          <p:cNvPr id="3" name="Harmonogram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1135411"/>
              </p:ext>
            </p:extLst>
          </p:nvPr>
        </p:nvGraphicFramePr>
        <p:xfrm>
          <a:off x="381600" y="1296000"/>
          <a:ext cx="11426400" cy="3431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1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r>
                        <a:rPr lang="pl-PL" sz="1800" dirty="0">
                          <a:solidFill>
                            <a:schemeClr val="tx1"/>
                          </a:solidFill>
                          <a:latin typeface="APK Galeria Semi-Bold"/>
                          <a:cs typeface="APK Galeria Semi-Bold"/>
                        </a:rPr>
                        <a:t>Data</a:t>
                      </a:r>
                      <a:endParaRPr lang="pl-PL" sz="1800" dirty="0">
                        <a:solidFill>
                          <a:schemeClr val="tx1"/>
                        </a:solidFill>
                      </a:endParaRPr>
                    </a:p>
                  </a:txBody>
                  <a:tcPr marL="182880" anchor="ctr">
                    <a:lnL w="635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1800" dirty="0">
                          <a:solidFill>
                            <a:schemeClr val="tx1"/>
                          </a:solidFill>
                          <a:latin typeface="APK Galeria Semi-Bold"/>
                          <a:cs typeface="APK Galeria Semi-Bold"/>
                        </a:rPr>
                        <a:t>Miejsce</a:t>
                      </a:r>
                      <a:endParaRPr lang="pl-PL" sz="1800" dirty="0">
                        <a:solidFill>
                          <a:schemeClr val="tx1"/>
                        </a:solidFill>
                      </a:endParaRPr>
                    </a:p>
                  </a:txBody>
                  <a:tcPr marL="18288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1800" dirty="0">
                          <a:solidFill>
                            <a:schemeClr val="tx1"/>
                          </a:solidFill>
                          <a:latin typeface="APK Galeria Semi-Bold"/>
                          <a:cs typeface="APK Galeria Semi-Bold"/>
                        </a:rPr>
                        <a:t>Temat</a:t>
                      </a:r>
                      <a:endParaRPr lang="pl-PL" sz="1800" dirty="0">
                        <a:solidFill>
                          <a:schemeClr val="tx1"/>
                        </a:solidFill>
                      </a:endParaRPr>
                    </a:p>
                  </a:txBody>
                  <a:tcPr marL="18288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>
                      <a:noFill/>
                    </a:lnR>
                    <a:lnT w="635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760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PK Galeria Semi-Bold"/>
                          <a:cs typeface="APK Galeria Semi-Bold"/>
                        </a:rPr>
                        <a:t>1</a:t>
                      </a:r>
                      <a:r>
                        <a:rPr lang="pl-PL" sz="1600" dirty="0">
                          <a:solidFill>
                            <a:schemeClr val="tx1"/>
                          </a:solidFill>
                          <a:latin typeface="APK Galeria Semi-Bold"/>
                          <a:cs typeface="APK Galeria Semi-Bold"/>
                        </a:rPr>
                        <a:t>.10</a:t>
                      </a:r>
                      <a:endParaRPr lang="pl-PL" sz="1600" dirty="0">
                        <a:solidFill>
                          <a:schemeClr val="tx1"/>
                        </a:solidFill>
                      </a:endParaRPr>
                    </a:p>
                  </a:txBody>
                  <a:tcPr marL="182880" anchor="ctr">
                    <a:lnL w="635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1600" dirty="0">
                          <a:solidFill>
                            <a:schemeClr val="tx1"/>
                          </a:solidFill>
                        </a:rPr>
                        <a:t>AGH</a:t>
                      </a:r>
                    </a:p>
                  </a:txBody>
                  <a:tcPr marL="18288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1600" dirty="0">
                          <a:solidFill>
                            <a:schemeClr val="tx1"/>
                          </a:solidFill>
                        </a:rPr>
                        <a:t>Wprowadzenie do przedmiotu</a:t>
                      </a:r>
                    </a:p>
                    <a:p>
                      <a:r>
                        <a:rPr lang="pl-PL" sz="1600" dirty="0">
                          <a:solidFill>
                            <a:schemeClr val="tx1"/>
                          </a:solidFill>
                        </a:rPr>
                        <a:t>Testowanie – podział testów</a:t>
                      </a:r>
                    </a:p>
                    <a:p>
                      <a:r>
                        <a:rPr lang="pl-PL" sz="1600" dirty="0">
                          <a:solidFill>
                            <a:schemeClr val="tx1"/>
                          </a:solidFill>
                        </a:rPr>
                        <a:t>Techniki testowania</a:t>
                      </a:r>
                    </a:p>
                  </a:txBody>
                  <a:tcPr marL="18288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200">
                <a:tc>
                  <a:txBody>
                    <a:bodyPr/>
                    <a:lstStyle/>
                    <a:p>
                      <a:r>
                        <a:rPr lang="pl-PL" sz="1600" dirty="0">
                          <a:solidFill>
                            <a:schemeClr val="tx1"/>
                          </a:solidFill>
                          <a:latin typeface="APK Galeria Semi-Bold"/>
                          <a:cs typeface="APK Galeria Semi-Bold"/>
                        </a:rPr>
                        <a:t>1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PK Galeria Semi-Bold"/>
                          <a:cs typeface="APK Galeria Semi-Bold"/>
                        </a:rPr>
                        <a:t>5</a:t>
                      </a:r>
                      <a:r>
                        <a:rPr lang="pl-PL" sz="1600" dirty="0">
                          <a:solidFill>
                            <a:schemeClr val="tx1"/>
                          </a:solidFill>
                          <a:latin typeface="APK Galeria Semi-Bold"/>
                          <a:cs typeface="APK Galeria Semi-Bold"/>
                        </a:rPr>
                        <a:t>.10</a:t>
                      </a:r>
                      <a:endParaRPr lang="pl-PL" sz="1600" dirty="0">
                        <a:solidFill>
                          <a:schemeClr val="tx1"/>
                        </a:solidFill>
                      </a:endParaRPr>
                    </a:p>
                  </a:txBody>
                  <a:tcPr marL="182880" anchor="ctr">
                    <a:lnL w="635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</a:lnT>
                    <a:lnB w="6350" cmpd="sng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1600" dirty="0">
                          <a:solidFill>
                            <a:schemeClr val="tx1"/>
                          </a:solidFill>
                        </a:rPr>
                        <a:t>Sabre</a:t>
                      </a:r>
                    </a:p>
                  </a:txBody>
                  <a:tcPr marL="18288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</a:lnT>
                    <a:lnB w="6350" cmpd="sng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1600" dirty="0">
                          <a:solidFill>
                            <a:schemeClr val="tx1"/>
                          </a:solidFill>
                        </a:rPr>
                        <a:t>[12:15-16:00] Techniki testowania</a:t>
                      </a:r>
                    </a:p>
                  </a:txBody>
                  <a:tcPr marL="18288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20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PK Galeria Semi-Bold"/>
                          <a:cs typeface="APK Galeria Semi-Bold"/>
                        </a:rPr>
                        <a:t>29</a:t>
                      </a:r>
                      <a:r>
                        <a:rPr lang="pl-PL" sz="1600" dirty="0">
                          <a:solidFill>
                            <a:schemeClr val="tx1"/>
                          </a:solidFill>
                          <a:latin typeface="APK Galeria Semi-Bold"/>
                          <a:cs typeface="APK Galeria Semi-Bold"/>
                        </a:rPr>
                        <a:t>.10</a:t>
                      </a:r>
                      <a:endParaRPr lang="pl-PL" sz="1600" dirty="0">
                        <a:solidFill>
                          <a:schemeClr val="tx1"/>
                        </a:solidFill>
                      </a:endParaRPr>
                    </a:p>
                  </a:txBody>
                  <a:tcPr marL="182880" anchor="ctr">
                    <a:lnL w="635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</a:lnT>
                    <a:lnB w="6350" cmpd="sng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1600" dirty="0">
                          <a:solidFill>
                            <a:schemeClr val="tx1"/>
                          </a:solidFill>
                        </a:rPr>
                        <a:t>Sabre</a:t>
                      </a:r>
                    </a:p>
                  </a:txBody>
                  <a:tcPr marL="18288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</a:lnT>
                    <a:lnB w="6350" cmpd="sng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1600" dirty="0">
                          <a:solidFill>
                            <a:schemeClr val="tx1"/>
                          </a:solidFill>
                        </a:rPr>
                        <a:t>[12:15-16:00] Testy automatyczne</a:t>
                      </a:r>
                    </a:p>
                  </a:txBody>
                  <a:tcPr marL="18288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200">
                <a:tc>
                  <a:txBody>
                    <a:bodyPr/>
                    <a:lstStyle/>
                    <a:p>
                      <a:r>
                        <a:rPr lang="pl-PL" sz="1600" dirty="0">
                          <a:solidFill>
                            <a:schemeClr val="tx1"/>
                          </a:solidFill>
                          <a:latin typeface="APK Galeria Semi-Bold"/>
                          <a:cs typeface="APK Galeria Semi-Bold"/>
                        </a:rPr>
                        <a:t>1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PK Galeria Semi-Bold"/>
                          <a:cs typeface="APK Galeria Semi-Bold"/>
                        </a:rPr>
                        <a:t>2</a:t>
                      </a:r>
                      <a:r>
                        <a:rPr lang="pl-PL" sz="1600" dirty="0">
                          <a:solidFill>
                            <a:schemeClr val="tx1"/>
                          </a:solidFill>
                          <a:latin typeface="APK Galeria Semi-Bold"/>
                          <a:cs typeface="APK Galeria Semi-Bold"/>
                        </a:rPr>
                        <a:t>.11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PK Galeria Semi-Bold"/>
                          <a:cs typeface="APK Galeria Semi-Bold"/>
                        </a:rPr>
                        <a:t> (??)</a:t>
                      </a:r>
                      <a:endParaRPr lang="pl-PL" sz="1600" dirty="0">
                        <a:solidFill>
                          <a:schemeClr val="tx1"/>
                        </a:solidFill>
                      </a:endParaRPr>
                    </a:p>
                  </a:txBody>
                  <a:tcPr marL="182880" anchor="ctr">
                    <a:lnL w="635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</a:lnT>
                    <a:lnB w="6350" cmpd="sng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1600" dirty="0">
                          <a:solidFill>
                            <a:schemeClr val="tx1"/>
                          </a:solidFill>
                        </a:rPr>
                        <a:t>Sabre</a:t>
                      </a:r>
                    </a:p>
                  </a:txBody>
                  <a:tcPr marL="18288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</a:lnT>
                    <a:lnB w="6350" cmpd="sng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1600" dirty="0">
                          <a:solidFill>
                            <a:schemeClr val="tx1"/>
                          </a:solidFill>
                        </a:rPr>
                        <a:t>[12:15-16:00] Testy automatyczne</a:t>
                      </a:r>
                    </a:p>
                  </a:txBody>
                  <a:tcPr marL="18288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1200">
                <a:tc>
                  <a:txBody>
                    <a:bodyPr/>
                    <a:lstStyle/>
                    <a:p>
                      <a:r>
                        <a:rPr lang="pl-PL" sz="1600" dirty="0">
                          <a:solidFill>
                            <a:schemeClr val="tx1"/>
                          </a:solidFill>
                          <a:latin typeface="APK Galeria Semi-Bold"/>
                          <a:cs typeface="APK Galeria Semi-Bold"/>
                        </a:rPr>
                        <a:t>2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PK Galeria Semi-Bold"/>
                          <a:cs typeface="APK Galeria Semi-Bold"/>
                        </a:rPr>
                        <a:t>6</a:t>
                      </a:r>
                      <a:r>
                        <a:rPr lang="pl-PL" sz="1600" dirty="0">
                          <a:solidFill>
                            <a:schemeClr val="tx1"/>
                          </a:solidFill>
                          <a:latin typeface="APK Galeria Semi-Bold"/>
                          <a:cs typeface="APK Galeria Semi-Bold"/>
                        </a:rPr>
                        <a:t>.11</a:t>
                      </a:r>
                      <a:endParaRPr lang="pl-PL" sz="1600" dirty="0">
                        <a:solidFill>
                          <a:schemeClr val="tx1"/>
                        </a:solidFill>
                      </a:endParaRPr>
                    </a:p>
                  </a:txBody>
                  <a:tcPr marL="182880" anchor="ctr">
                    <a:lnL w="635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</a:lnT>
                    <a:lnB w="6350" cmpd="sng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1600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 marL="18288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</a:lnT>
                    <a:lnB w="6350" cmpd="sng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1600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 marL="18288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120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PK Galeria Semi-Bold"/>
                          <a:cs typeface="APK Galeria Semi-Bold"/>
                        </a:rPr>
                        <a:t>10.</a:t>
                      </a:r>
                      <a:r>
                        <a:rPr lang="pl-PL" sz="1600" dirty="0">
                          <a:solidFill>
                            <a:schemeClr val="tx1"/>
                          </a:solidFill>
                          <a:latin typeface="APK Galeria Semi-Bold"/>
                          <a:cs typeface="APK Galeria Semi-Bold"/>
                        </a:rPr>
                        <a:t>12</a:t>
                      </a:r>
                      <a:endParaRPr lang="pl-PL" sz="1600" dirty="0">
                        <a:solidFill>
                          <a:schemeClr val="tx1"/>
                        </a:solidFill>
                      </a:endParaRPr>
                    </a:p>
                  </a:txBody>
                  <a:tcPr marL="182880" anchor="ctr">
                    <a:lnL w="635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</a:lnT>
                    <a:lnB w="6350" cmpd="sng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1600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 marL="18288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</a:lnT>
                    <a:lnB w="6350" cmpd="sng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1600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 marL="18288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Kącik organizacyjny..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pl-PL" sz="2000" dirty="0"/>
              <a:t>Od kolejnych zajęć – spotykamy się w biurze Sabre</a:t>
            </a:r>
          </a:p>
          <a:p>
            <a:pPr lvl="2"/>
            <a:r>
              <a:rPr lang="pl-PL" sz="1800" dirty="0"/>
              <a:t>Lokalizację podeślemy na czacie na Teams’ach</a:t>
            </a:r>
          </a:p>
          <a:p>
            <a:pPr lvl="1">
              <a:spcBef>
                <a:spcPts val="1400"/>
              </a:spcBef>
            </a:pPr>
            <a:r>
              <a:rPr lang="pl-PL" sz="2000" dirty="0"/>
              <a:t>W UniTime mamy zajęcia </a:t>
            </a:r>
            <a:r>
              <a:rPr lang="en-US" sz="2000" dirty="0"/>
              <a:t>12.11</a:t>
            </a:r>
          </a:p>
          <a:p>
            <a:pPr lvl="2">
              <a:spcBef>
                <a:spcPts val="1400"/>
              </a:spcBef>
            </a:pPr>
            <a:r>
              <a:rPr lang="en-US" dirty="0"/>
              <a:t>..weekend.. </a:t>
            </a:r>
            <a:r>
              <a:rPr lang="en-US" dirty="0" err="1"/>
              <a:t>Możemy</a:t>
            </a:r>
            <a:r>
              <a:rPr lang="en-US" dirty="0"/>
              <a:t> </a:t>
            </a:r>
            <a:r>
              <a:rPr lang="en-US" dirty="0" err="1"/>
              <a:t>wydłużyć</a:t>
            </a:r>
            <a:r>
              <a:rPr lang="en-US" dirty="0"/>
              <a:t> </a:t>
            </a:r>
            <a:r>
              <a:rPr lang="en-US" dirty="0" err="1"/>
              <a:t>zajęcia</a:t>
            </a:r>
            <a:r>
              <a:rPr lang="en-US" dirty="0"/>
              <a:t> 10.12 ?</a:t>
            </a:r>
            <a:endParaRPr lang="pl-PL" dirty="0"/>
          </a:p>
          <a:p>
            <a:pPr lvl="1">
              <a:spcBef>
                <a:spcPts val="1400"/>
              </a:spcBef>
            </a:pPr>
            <a:r>
              <a:rPr lang="pl-PL" sz="2000" dirty="0"/>
              <a:t>Komputery</a:t>
            </a:r>
          </a:p>
          <a:p>
            <a:pPr lvl="2"/>
            <a:r>
              <a:rPr lang="pl-PL" sz="1800" dirty="0"/>
              <a:t>kto z Was chce pracować na swoim lapku, dla kogo laptop przygotowany przez nas?</a:t>
            </a:r>
          </a:p>
          <a:p>
            <a:pPr lvl="2"/>
            <a:r>
              <a:rPr lang="pl-PL" sz="1800" dirty="0"/>
              <a:t>Potrzebny IntelliJ, npm, nodeJS (i pewnie kilka innych dependencji)</a:t>
            </a:r>
          </a:p>
          <a:p>
            <a:pPr lvl="2"/>
            <a:r>
              <a:rPr lang="pl-PL" sz="1800" dirty="0"/>
              <a:t>Sprzęt przygotowany przez nas będzie dostępny tylko podczas zajęć (nie można go “wypożyczyć”)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600" y="1440000"/>
            <a:ext cx="10260000" cy="3456000"/>
          </a:xfrm>
        </p:spPr>
        <p:txBody>
          <a:bodyPr/>
          <a:lstStyle/>
          <a:p>
            <a:r>
              <a:rPr lang="pl-PL" sz="4800" dirty="0"/>
              <a:t>Cykl życia oprogramowania w kontekście testowania</a:t>
            </a:r>
          </a:p>
          <a:p>
            <a:pPr>
              <a:spcBef>
                <a:spcPts val="1000"/>
              </a:spcBef>
            </a:pPr>
            <a:r>
              <a:rPr lang="pl-PL" sz="4800" dirty="0"/>
              <a:t>Podział testów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600" y="5029200"/>
            <a:ext cx="10260000" cy="576000"/>
          </a:xfrm>
        </p:spPr>
        <p:txBody>
          <a:bodyPr/>
          <a:lstStyle/>
          <a:p>
            <a:r>
              <a:rPr lang="pl-PL" dirty="0"/>
              <a:t>..czyli co/gdzie/jak/kiedy powinniśmy testować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81600" y="496800"/>
            <a:ext cx="7200000" cy="576000"/>
          </a:xfrm>
        </p:spPr>
        <p:txBody>
          <a:bodyPr/>
          <a:lstStyle/>
          <a:p>
            <a:r>
              <a:rPr lang="pl-PL" sz="2800" dirty="0">
                <a:latin typeface="APK Galeria Medium"/>
                <a:cs typeface="APK Galeria Medium"/>
              </a:rPr>
              <a:t>Sabre Academy</a:t>
            </a:r>
            <a:endParaRPr lang="pl-PL" sz="2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Cele testowania wg ISTQB*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>
              <a:spcBef>
                <a:spcPts val="900"/>
              </a:spcBef>
            </a:pPr>
            <a:r>
              <a:rPr lang="pl-PL" sz="2000" dirty="0"/>
              <a:t>Zapobieganie defektom</a:t>
            </a:r>
          </a:p>
          <a:p>
            <a:pPr lvl="1">
              <a:spcBef>
                <a:spcPts val="900"/>
              </a:spcBef>
            </a:pPr>
            <a:r>
              <a:rPr lang="pl-PL" sz="2000" dirty="0"/>
              <a:t>Weryfikacja wymagań</a:t>
            </a:r>
          </a:p>
          <a:p>
            <a:pPr lvl="1">
              <a:spcBef>
                <a:spcPts val="900"/>
              </a:spcBef>
            </a:pPr>
            <a:r>
              <a:rPr lang="pl-PL" sz="2000" dirty="0"/>
              <a:t>Sprawdzenie kompletności produktu</a:t>
            </a:r>
          </a:p>
          <a:p>
            <a:pPr lvl="1">
              <a:spcBef>
                <a:spcPts val="900"/>
              </a:spcBef>
            </a:pPr>
            <a:r>
              <a:rPr lang="pl-PL" sz="2000" dirty="0"/>
              <a:t>Budowanie zaufania odnośnie jakości testowanego produktu</a:t>
            </a:r>
          </a:p>
          <a:p>
            <a:pPr lvl="1">
              <a:spcBef>
                <a:spcPts val="900"/>
              </a:spcBef>
            </a:pPr>
            <a:r>
              <a:rPr lang="pl-PL" sz="2000" dirty="0"/>
              <a:t>Wykrywanie defektów i awarii</a:t>
            </a:r>
          </a:p>
          <a:p>
            <a:pPr lvl="1">
              <a:spcBef>
                <a:spcPts val="900"/>
              </a:spcBef>
            </a:pPr>
            <a:r>
              <a:rPr lang="pl-PL" sz="2000" dirty="0"/>
              <a:t>Obniżanie poziomu ryzyka związanego z jakością</a:t>
            </a:r>
          </a:p>
          <a:p>
            <a:pPr lvl="1">
              <a:spcBef>
                <a:spcPts val="900"/>
              </a:spcBef>
            </a:pPr>
            <a:r>
              <a:rPr lang="pl-PL" sz="2000" dirty="0"/>
              <a:t>Dostarczanie interesariuszom informacji niezbędnych do podejmowania decyzji</a:t>
            </a:r>
          </a:p>
          <a:p>
            <a:pPr lvl="1">
              <a:spcBef>
                <a:spcPts val="900"/>
              </a:spcBef>
            </a:pPr>
            <a:r>
              <a:rPr lang="pl-PL" sz="2000" dirty="0"/>
              <a:t>Przestrzeganie wymagań wynikających z norm, przepisów prawa, standardów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Zasady testowania</a:t>
            </a:r>
          </a:p>
        </p:txBody>
      </p:sp>
      <p:sp>
        <p:nvSpPr>
          <p:cNvPr id="3" name="Card"/>
          <p:cNvSpPr/>
          <p:nvPr/>
        </p:nvSpPr>
        <p:spPr>
          <a:xfrm>
            <a:off x="3744000" y="1220400"/>
            <a:ext cx="4705200" cy="448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Timeline&#10;&#10;Description automatically genera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225" y="1296000"/>
            <a:ext cx="4218750" cy="4320000"/>
          </a:xfrm>
          <a:prstGeom prst="rect">
            <a:avLst/>
          </a:prstGeom>
        </p:spPr>
      </p:pic>
      <p:sp>
        <p:nvSpPr>
          <p:cNvPr id="5" name="Source"/>
          <p:cNvSpPr txBox="1"/>
          <p:nvPr/>
        </p:nvSpPr>
        <p:spPr>
          <a:xfrm>
            <a:off x="4320000" y="5778000"/>
            <a:ext cx="7488000" cy="27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/>
            <a:r>
              <a:rPr lang="pl-PL" sz="900" dirty="0">
                <a:solidFill>
                  <a:schemeClr val="tx2"/>
                </a:solidFill>
              </a:rPr>
              <a:t>https://static.javatpoint.com/tutorial/software-testing/images/software-testing-principles.png</a:t>
            </a:r>
            <a:endParaRPr lang="pl-PL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Popularne modele wytwarzania oprogramowania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600" y="1296000"/>
            <a:ext cx="5526000" cy="2232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82880" indent="-182880">
              <a:spcBef>
                <a:spcPts val="800"/>
              </a:spcBef>
              <a:buClr>
                <a:schemeClr val="accent1"/>
              </a:buClr>
              <a:buSzPct val="75000"/>
              <a:buFontTx/>
              <a:buBlip>
                <a:blip r:embed="rId2"/>
              </a:buBlip>
            </a:pPr>
            <a:r>
              <a:rPr lang="pl-PL" sz="2000" dirty="0"/>
              <a:t>Modele sekwencyjne (Waterfall, V itd.)</a:t>
            </a:r>
          </a:p>
          <a:p>
            <a:pPr marL="182880" indent="-182880">
              <a:spcBef>
                <a:spcPts val="800"/>
              </a:spcBef>
              <a:buClr>
                <a:schemeClr val="accent1"/>
              </a:buClr>
              <a:buSzPct val="75000"/>
              <a:buFontTx/>
              <a:buBlip>
                <a:blip r:embed="rId2"/>
              </a:buBlip>
            </a:pPr>
            <a:r>
              <a:rPr lang="pl-PL" sz="2000" dirty="0"/>
              <a:t>Modele Iteracyjne i przyrostowe (Metodologie zwinne, prototypowanie, RUP itd.)</a:t>
            </a:r>
          </a:p>
          <a:p>
            <a:pPr marL="182880" indent="-182880">
              <a:spcBef>
                <a:spcPts val="800"/>
              </a:spcBef>
              <a:buClr>
                <a:schemeClr val="accent1"/>
              </a:buClr>
              <a:buSzPct val="75000"/>
              <a:buFontTx/>
              <a:buBlip>
                <a:blip r:embed="rId2"/>
              </a:buBlip>
            </a:pPr>
            <a:r>
              <a:rPr lang="pl-PL" sz="2000" dirty="0"/>
              <a:t>TDD/ATDD/BDD</a:t>
            </a:r>
          </a:p>
          <a:p>
            <a:pPr marL="182880" indent="-182880">
              <a:spcBef>
                <a:spcPts val="800"/>
              </a:spcBef>
              <a:buClr>
                <a:schemeClr val="accent1"/>
              </a:buClr>
              <a:buSzPct val="75000"/>
              <a:buFontTx/>
              <a:buBlip>
                <a:blip r:embed="rId2"/>
              </a:buBlip>
            </a:pPr>
            <a:r>
              <a:rPr lang="pl-PL" sz="2000" dirty="0"/>
              <a:t>oraz inne</a:t>
            </a:r>
          </a:p>
        </p:txBody>
      </p:sp>
      <p:sp>
        <p:nvSpPr>
          <p:cNvPr id="4" name="Important"/>
          <p:cNvSpPr/>
          <p:nvPr/>
        </p:nvSpPr>
        <p:spPr>
          <a:xfrm>
            <a:off x="381600" y="3708000"/>
            <a:ext cx="5526000" cy="190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324000" tIns="180000" rIns="324000" bIns="180000" rtlCol="0" anchor="ctr">
            <a:noAutofit/>
          </a:bodyPr>
          <a:lstStyle/>
          <a:p>
            <a:r>
              <a:rPr lang="pl-PL" sz="2000" dirty="0">
                <a:latin typeface="APK Galeria Semi-Bold"/>
                <a:cs typeface="APK Galeria Semi-Bold"/>
              </a:rPr>
              <a:t>Ważne:</a:t>
            </a:r>
            <a:endParaRPr lang="pl-PL" sz="2000" dirty="0"/>
          </a:p>
          <a:p>
            <a:pPr>
              <a:spcBef>
                <a:spcPts val="600"/>
              </a:spcBef>
            </a:pPr>
            <a:r>
              <a:rPr lang="pl-PL" sz="2000" dirty="0"/>
              <a:t>Dla </a:t>
            </a:r>
            <a:r>
              <a:rPr lang="pl-PL" sz="2000" dirty="0">
                <a:latin typeface="APK Galeria Semi-Bold"/>
                <a:cs typeface="APK Galeria Semi-Bold"/>
              </a:rPr>
              <a:t>KAŻDEJ</a:t>
            </a:r>
            <a:r>
              <a:rPr lang="pl-PL" sz="2000" dirty="0"/>
              <a:t> czynności związanej z wytwarzaniem oprogramowania istnieje odpowiadająca jej czynność testowa!!</a:t>
            </a:r>
          </a:p>
        </p:txBody>
      </p:sp>
      <p:sp>
        <p:nvSpPr>
          <p:cNvPr id="5" name="Card"/>
          <p:cNvSpPr/>
          <p:nvPr/>
        </p:nvSpPr>
        <p:spPr>
          <a:xfrm>
            <a:off x="6282000" y="1296000"/>
            <a:ext cx="5526000" cy="43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3" descr="Chart, diagram, funnel chart&#10;&#10;Description automatically genera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3488" y="1476000"/>
            <a:ext cx="4103025" cy="3960000"/>
          </a:xfrm>
          <a:prstGeom prst="rect">
            <a:avLst/>
          </a:prstGeom>
        </p:spPr>
      </p:pic>
      <p:sp>
        <p:nvSpPr>
          <p:cNvPr id="7" name="Source"/>
          <p:cNvSpPr txBox="1"/>
          <p:nvPr/>
        </p:nvSpPr>
        <p:spPr>
          <a:xfrm>
            <a:off x="4320000" y="5778000"/>
            <a:ext cx="7488000" cy="27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/>
            <a:r>
              <a:rPr lang="pl-PL" sz="900" dirty="0">
                <a:solidFill>
                  <a:schemeClr val="tx2"/>
                </a:solidFill>
              </a:rPr>
              <a:t>https://www.professionalqa.com/assets/images/v-model.png</a:t>
            </a:r>
            <a:endParaRPr lang="pl-PL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Poziomy testów</a:t>
            </a:r>
          </a:p>
        </p:txBody>
      </p:sp>
      <p:sp>
        <p:nvSpPr>
          <p:cNvPr id="3" name="Level 1"/>
          <p:cNvSpPr/>
          <p:nvPr/>
        </p:nvSpPr>
        <p:spPr>
          <a:xfrm>
            <a:off x="5616060" y="1296000"/>
            <a:ext cx="960000" cy="672000"/>
          </a:xfrm>
          <a:custGeom>
            <a:avLst/>
            <a:gdLst/>
            <a:ahLst/>
            <a:cxnLst/>
            <a:rect l="l" t="t" r="r" b="b"/>
            <a:pathLst>
              <a:path w="960000" h="672000">
                <a:moveTo>
                  <a:pt x="480000" y="0"/>
                </a:moveTo>
                <a:lnTo>
                  <a:pt x="960000" y="672000"/>
                </a:lnTo>
                <a:lnTo>
                  <a:pt x="0" y="672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wrap="square" lIns="0" tIns="0" rIns="0" bIns="43200" rtlCol="0" anchor="b">
            <a:noAutofit/>
          </a:bodyPr>
          <a:lstStyle/>
          <a:p>
            <a:pPr algn="ctr"/>
            <a:r>
              <a:rPr lang="pl-PL" sz="1800" dirty="0">
                <a:solidFill>
                  <a:schemeClr val="bg1"/>
                </a:solidFill>
                <a:latin typeface="APK Galeria Semi-Bold"/>
                <a:cs typeface="APK Galeria Semi-Bold"/>
              </a:rPr>
              <a:t>α / β</a:t>
            </a:r>
            <a:endParaRPr lang="pl-PL" sz="1800" dirty="0"/>
          </a:p>
        </p:txBody>
      </p:sp>
      <p:sp>
        <p:nvSpPr>
          <p:cNvPr id="4" name="Level 2"/>
          <p:cNvSpPr/>
          <p:nvPr/>
        </p:nvSpPr>
        <p:spPr>
          <a:xfrm>
            <a:off x="5100060" y="2018400"/>
            <a:ext cx="1992000" cy="672000"/>
          </a:xfrm>
          <a:custGeom>
            <a:avLst/>
            <a:gdLst/>
            <a:ahLst/>
            <a:cxnLst/>
            <a:rect l="l" t="t" r="r" b="b"/>
            <a:pathLst>
              <a:path w="1992000" h="672000">
                <a:moveTo>
                  <a:pt x="480000" y="0"/>
                </a:moveTo>
                <a:lnTo>
                  <a:pt x="1512000" y="0"/>
                </a:lnTo>
                <a:lnTo>
                  <a:pt x="1992000" y="672000"/>
                </a:lnTo>
                <a:lnTo>
                  <a:pt x="0" y="672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pl-PL" sz="1800" dirty="0">
                <a:solidFill>
                  <a:schemeClr val="bg1"/>
                </a:solidFill>
                <a:latin typeface="APK Galeria Semi-Bold"/>
                <a:cs typeface="APK Galeria Semi-Bold"/>
              </a:rPr>
              <a:t>akceptacyjne</a:t>
            </a:r>
            <a:endParaRPr lang="pl-PL" sz="1800" dirty="0"/>
          </a:p>
        </p:txBody>
      </p:sp>
      <p:sp>
        <p:nvSpPr>
          <p:cNvPr id="5" name="Level 3"/>
          <p:cNvSpPr/>
          <p:nvPr/>
        </p:nvSpPr>
        <p:spPr>
          <a:xfrm>
            <a:off x="4584060" y="2740800"/>
            <a:ext cx="3024000" cy="672000"/>
          </a:xfrm>
          <a:custGeom>
            <a:avLst/>
            <a:gdLst/>
            <a:ahLst/>
            <a:cxnLst/>
            <a:rect l="l" t="t" r="r" b="b"/>
            <a:pathLst>
              <a:path w="3024000" h="672000">
                <a:moveTo>
                  <a:pt x="480000" y="0"/>
                </a:moveTo>
                <a:lnTo>
                  <a:pt x="2544000" y="0"/>
                </a:lnTo>
                <a:lnTo>
                  <a:pt x="3024000" y="672000"/>
                </a:lnTo>
                <a:lnTo>
                  <a:pt x="0" y="67200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pl-PL" sz="1800" dirty="0">
                <a:solidFill>
                  <a:schemeClr val="bg1"/>
                </a:solidFill>
                <a:latin typeface="APK Galeria Semi-Bold"/>
                <a:cs typeface="APK Galeria Semi-Bold"/>
              </a:rPr>
              <a:t>Integracji systemów</a:t>
            </a:r>
            <a:endParaRPr lang="pl-PL" sz="1800" dirty="0"/>
          </a:p>
        </p:txBody>
      </p:sp>
      <p:sp>
        <p:nvSpPr>
          <p:cNvPr id="6" name="Level 4"/>
          <p:cNvSpPr/>
          <p:nvPr/>
        </p:nvSpPr>
        <p:spPr>
          <a:xfrm>
            <a:off x="4068060" y="3463200"/>
            <a:ext cx="4056000" cy="672000"/>
          </a:xfrm>
          <a:custGeom>
            <a:avLst/>
            <a:gdLst/>
            <a:ahLst/>
            <a:cxnLst/>
            <a:rect l="l" t="t" r="r" b="b"/>
            <a:pathLst>
              <a:path w="4056000" h="672000">
                <a:moveTo>
                  <a:pt x="480000" y="0"/>
                </a:moveTo>
                <a:lnTo>
                  <a:pt x="3576000" y="0"/>
                </a:lnTo>
                <a:lnTo>
                  <a:pt x="4056000" y="672000"/>
                </a:lnTo>
                <a:lnTo>
                  <a:pt x="0" y="672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pl-PL" sz="1800" dirty="0">
                <a:solidFill>
                  <a:schemeClr val="tx1"/>
                </a:solidFill>
                <a:latin typeface="APK Galeria Semi-Bold"/>
                <a:cs typeface="APK Galeria Semi-Bold"/>
              </a:rPr>
              <a:t>systemowe</a:t>
            </a:r>
            <a:endParaRPr lang="pl-PL" sz="1800" dirty="0"/>
          </a:p>
        </p:txBody>
      </p:sp>
      <p:sp>
        <p:nvSpPr>
          <p:cNvPr id="7" name="Level 5"/>
          <p:cNvSpPr/>
          <p:nvPr/>
        </p:nvSpPr>
        <p:spPr>
          <a:xfrm>
            <a:off x="3552060" y="4185600"/>
            <a:ext cx="5088000" cy="672000"/>
          </a:xfrm>
          <a:custGeom>
            <a:avLst/>
            <a:gdLst/>
            <a:ahLst/>
            <a:cxnLst/>
            <a:rect l="l" t="t" r="r" b="b"/>
            <a:pathLst>
              <a:path w="5088000" h="672000">
                <a:moveTo>
                  <a:pt x="480000" y="0"/>
                </a:moveTo>
                <a:lnTo>
                  <a:pt x="4608000" y="0"/>
                </a:lnTo>
                <a:lnTo>
                  <a:pt x="5088000" y="672000"/>
                </a:lnTo>
                <a:lnTo>
                  <a:pt x="0" y="672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pl-PL" sz="1800" dirty="0">
                <a:solidFill>
                  <a:schemeClr val="tx1"/>
                </a:solidFill>
                <a:latin typeface="APK Galeria Semi-Bold"/>
                <a:cs typeface="APK Galeria Semi-Bold"/>
              </a:rPr>
              <a:t>integracji modułów</a:t>
            </a:r>
            <a:endParaRPr lang="pl-PL" sz="1800" dirty="0"/>
          </a:p>
        </p:txBody>
      </p:sp>
      <p:sp>
        <p:nvSpPr>
          <p:cNvPr id="8" name="Level 6"/>
          <p:cNvSpPr/>
          <p:nvPr/>
        </p:nvSpPr>
        <p:spPr>
          <a:xfrm>
            <a:off x="3036060" y="4908000"/>
            <a:ext cx="6120000" cy="672000"/>
          </a:xfrm>
          <a:custGeom>
            <a:avLst/>
            <a:gdLst/>
            <a:ahLst/>
            <a:cxnLst/>
            <a:rect l="l" t="t" r="r" b="b"/>
            <a:pathLst>
              <a:path w="6120000" h="672000">
                <a:moveTo>
                  <a:pt x="480000" y="0"/>
                </a:moveTo>
                <a:lnTo>
                  <a:pt x="5640000" y="0"/>
                </a:lnTo>
                <a:lnTo>
                  <a:pt x="6120000" y="672000"/>
                </a:lnTo>
                <a:lnTo>
                  <a:pt x="0" y="672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pl-PL" sz="1800" dirty="0">
                <a:solidFill>
                  <a:schemeClr val="tx1"/>
                </a:solidFill>
                <a:latin typeface="APK Galeria Semi-Bold"/>
                <a:cs typeface="APK Galeria Semi-Bold"/>
              </a:rPr>
              <a:t>modułowe</a:t>
            </a:r>
            <a:endParaRPr lang="pl-PL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Typy testów</a:t>
            </a:r>
          </a:p>
        </p:txBody>
      </p:sp>
      <p:sp>
        <p:nvSpPr>
          <p:cNvPr id="3" name="Card"/>
          <p:cNvSpPr/>
          <p:nvPr/>
        </p:nvSpPr>
        <p:spPr>
          <a:xfrm>
            <a:off x="381600" y="1296000"/>
            <a:ext cx="5526000" cy="43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5600" y="1548000"/>
            <a:ext cx="4878000" cy="432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pl-PL" sz="2400" dirty="0">
                <a:latin typeface="APK Galeria Semi-Bold"/>
                <a:cs typeface="APK Galeria Semi-Bold"/>
              </a:rPr>
              <a:t>Testy funkcjonalne</a:t>
            </a:r>
            <a:endParaRPr lang="pl-PL" sz="2400" dirty="0"/>
          </a:p>
        </p:txBody>
      </p:sp>
      <p:cxnSp>
        <p:nvCxnSpPr>
          <p:cNvPr id="5" name="Connector 4"/>
          <p:cNvCxnSpPr/>
          <p:nvPr/>
        </p:nvCxnSpPr>
        <p:spPr>
          <a:xfrm>
            <a:off x="705600" y="2070000"/>
            <a:ext cx="487800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705600" y="2196000"/>
            <a:ext cx="4878000" cy="32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82880" indent="-182880">
              <a:spcBef>
                <a:spcPts val="1000"/>
              </a:spcBef>
              <a:buClr>
                <a:schemeClr val="accent1"/>
              </a:buClr>
              <a:buSzPct val="75000"/>
              <a:buFontTx/>
              <a:buBlip>
                <a:blip r:embed="rId3"/>
              </a:buBlip>
            </a:pPr>
            <a:r>
              <a:rPr lang="pl-PL" sz="1800" dirty="0"/>
              <a:t>Opisują "co" powinien robić dany przedmiot testów;</a:t>
            </a:r>
          </a:p>
          <a:p>
            <a:pPr marL="182880" indent="-182880">
              <a:spcBef>
                <a:spcPts val="1000"/>
              </a:spcBef>
              <a:buClr>
                <a:schemeClr val="accent1"/>
              </a:buClr>
              <a:buSzPct val="75000"/>
              <a:buFontTx/>
              <a:buBlip>
                <a:blip r:embed="rId3"/>
              </a:buBlip>
            </a:pPr>
            <a:r>
              <a:rPr lang="pl-PL" sz="1800" dirty="0"/>
              <a:t>Polegają na dokonaniu oceny funkcji, które system/moduł powinien realizować;</a:t>
            </a:r>
          </a:p>
          <a:p>
            <a:pPr marL="182880" indent="-182880">
              <a:spcBef>
                <a:spcPts val="1000"/>
              </a:spcBef>
              <a:buClr>
                <a:schemeClr val="accent1"/>
              </a:buClr>
              <a:buSzPct val="75000"/>
              <a:buFontTx/>
              <a:buBlip>
                <a:blip r:embed="rId3"/>
              </a:buBlip>
            </a:pPr>
            <a:r>
              <a:rPr lang="pl-PL" sz="1800" dirty="0"/>
              <a:t>Celem jest sprawdzenie kompletności/poprawności/adekwatności funkcjonalnej;</a:t>
            </a:r>
          </a:p>
        </p:txBody>
      </p:sp>
      <p:sp>
        <p:nvSpPr>
          <p:cNvPr id="7" name="Card"/>
          <p:cNvSpPr/>
          <p:nvPr/>
        </p:nvSpPr>
        <p:spPr>
          <a:xfrm>
            <a:off x="6282000" y="1296000"/>
            <a:ext cx="5526000" cy="43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06000" y="1548000"/>
            <a:ext cx="4878000" cy="432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pl-PL" sz="2400" dirty="0">
                <a:latin typeface="APK Galeria Semi-Bold"/>
                <a:cs typeface="APK Galeria Semi-Bold"/>
              </a:rPr>
              <a:t>Testy niefunkcjonalne</a:t>
            </a:r>
            <a:endParaRPr lang="pl-PL" sz="2400" dirty="0"/>
          </a:p>
        </p:txBody>
      </p:sp>
      <p:cxnSp>
        <p:nvCxnSpPr>
          <p:cNvPr id="9" name="Connector 8"/>
          <p:cNvCxnSpPr/>
          <p:nvPr/>
        </p:nvCxnSpPr>
        <p:spPr>
          <a:xfrm>
            <a:off x="6606000" y="2070000"/>
            <a:ext cx="487800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6606000" y="2196000"/>
            <a:ext cx="4878000" cy="32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82880" indent="-182880">
              <a:spcBef>
                <a:spcPts val="1000"/>
              </a:spcBef>
              <a:buClr>
                <a:schemeClr val="accent1"/>
              </a:buClr>
              <a:buSzPct val="75000"/>
              <a:buFontTx/>
              <a:buBlip>
                <a:blip r:embed="rId3"/>
              </a:buBlip>
            </a:pPr>
            <a:r>
              <a:rPr lang="pl-PL" sz="1800" dirty="0"/>
              <a:t>Opisują "jak dobrze" zachowuje się dany system;</a:t>
            </a:r>
          </a:p>
          <a:p>
            <a:pPr marL="182880" indent="-182880">
              <a:spcBef>
                <a:spcPts val="1000"/>
              </a:spcBef>
              <a:buClr>
                <a:schemeClr val="accent1"/>
              </a:buClr>
              <a:buSzPct val="75000"/>
              <a:buFontTx/>
              <a:buBlip>
                <a:blip r:embed="rId3"/>
              </a:buBlip>
            </a:pPr>
            <a:r>
              <a:rPr lang="pl-PL" sz="1800" dirty="0"/>
              <a:t>Celem jest sprawdzenie niefunkcjonalnych charakterystyk jakościowych oprogramowania, tj.</a:t>
            </a:r>
          </a:p>
        </p:txBody>
      </p:sp>
      <p:sp>
        <p:nvSpPr>
          <p:cNvPr id="11" name="Characteristics"/>
          <p:cNvSpPr txBox="1"/>
          <p:nvPr/>
        </p:nvSpPr>
        <p:spPr>
          <a:xfrm>
            <a:off x="6786000" y="3924000"/>
            <a:ext cx="2259000" cy="1368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365760" indent="-182880">
              <a:spcBef>
                <a:spcPts val="400"/>
              </a:spcBef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</a:pPr>
            <a:r>
              <a:rPr lang="pl-PL" sz="1600" dirty="0"/>
              <a:t>wydajność;</a:t>
            </a:r>
          </a:p>
          <a:p>
            <a:pPr marL="365760" indent="-182880">
              <a:spcBef>
                <a:spcPts val="400"/>
              </a:spcBef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</a:pPr>
            <a:r>
              <a:rPr lang="pl-PL" sz="1600" dirty="0"/>
              <a:t>kompatybilność;</a:t>
            </a:r>
          </a:p>
          <a:p>
            <a:pPr marL="365760" indent="-182880">
              <a:spcBef>
                <a:spcPts val="400"/>
              </a:spcBef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</a:pPr>
            <a:r>
              <a:rPr lang="pl-PL" sz="1600" dirty="0"/>
              <a:t>użyteczność;</a:t>
            </a:r>
          </a:p>
          <a:p>
            <a:pPr marL="365760" indent="-182880">
              <a:spcBef>
                <a:spcPts val="400"/>
              </a:spcBef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</a:pPr>
            <a:r>
              <a:rPr lang="pl-PL" sz="1600" dirty="0"/>
              <a:t>niezawodność;</a:t>
            </a:r>
          </a:p>
        </p:txBody>
      </p:sp>
      <p:sp>
        <p:nvSpPr>
          <p:cNvPr id="12" name="Characteristics"/>
          <p:cNvSpPr txBox="1"/>
          <p:nvPr/>
        </p:nvSpPr>
        <p:spPr>
          <a:xfrm>
            <a:off x="9225000" y="3924000"/>
            <a:ext cx="2259000" cy="1368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365760" indent="-182880">
              <a:spcBef>
                <a:spcPts val="400"/>
              </a:spcBef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</a:pPr>
            <a:r>
              <a:rPr lang="pl-PL" sz="1600" dirty="0"/>
              <a:t>zabezpieczenia;</a:t>
            </a:r>
          </a:p>
          <a:p>
            <a:pPr marL="365760" indent="-182880">
              <a:spcBef>
                <a:spcPts val="400"/>
              </a:spcBef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</a:pPr>
            <a:r>
              <a:rPr lang="pl-PL" sz="1600" dirty="0"/>
              <a:t>utrzymywalność;</a:t>
            </a:r>
          </a:p>
          <a:p>
            <a:pPr marL="365760" indent="-182880">
              <a:spcBef>
                <a:spcPts val="400"/>
              </a:spcBef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</a:pPr>
            <a:r>
              <a:rPr lang="pl-PL" sz="1600" dirty="0"/>
              <a:t>przenaszalność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Testy Białej/Czarnej skrzynki</a:t>
            </a:r>
          </a:p>
        </p:txBody>
      </p:sp>
      <p:sp>
        <p:nvSpPr>
          <p:cNvPr id="3" name="Card"/>
          <p:cNvSpPr/>
          <p:nvPr/>
        </p:nvSpPr>
        <p:spPr>
          <a:xfrm>
            <a:off x="1764000" y="1296000"/>
            <a:ext cx="8665200" cy="43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agram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338" y="1404000"/>
            <a:ext cx="7876523" cy="4104000"/>
          </a:xfrm>
          <a:prstGeom prst="rect">
            <a:avLst/>
          </a:prstGeom>
        </p:spPr>
      </p:pic>
      <p:sp>
        <p:nvSpPr>
          <p:cNvPr id="5" name="Source"/>
          <p:cNvSpPr txBox="1"/>
          <p:nvPr/>
        </p:nvSpPr>
        <p:spPr>
          <a:xfrm>
            <a:off x="2160000" y="5778000"/>
            <a:ext cx="9648000" cy="27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/>
            <a:r>
              <a:rPr lang="pl-PL" sz="900" dirty="0">
                <a:solidFill>
                  <a:schemeClr val="tx2"/>
                </a:solidFill>
              </a:rPr>
              <a:t>https://www.invensis.net/blog/wp-content/uploads/2015/05/Difference-between-White-Box-Testing-and-Black-Box-Testing-Invensis.jpg</a:t>
            </a:r>
            <a:endParaRPr lang="pl-PL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381600" y="1296000"/>
            <a:ext cx="10980000" cy="3960000"/>
          </a:xfrm>
        </p:spPr>
        <p:txBody>
          <a:bodyPr/>
          <a:lstStyle/>
          <a:p>
            <a:r>
              <a:rPr lang="pl-PL" sz="4000" dirty="0"/>
              <a:t>Wszystkie cztery typy testów można stosować na wszystkich poziomach testów, chociaż działania podejmowane na każdym z tych poziomów będą inaczej ukierunkowane.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Regresja vs Retest</a:t>
            </a:r>
          </a:p>
        </p:txBody>
      </p:sp>
      <p:sp>
        <p:nvSpPr>
          <p:cNvPr id="3" name="Card"/>
          <p:cNvSpPr/>
          <p:nvPr/>
        </p:nvSpPr>
        <p:spPr>
          <a:xfrm>
            <a:off x="381600" y="1296000"/>
            <a:ext cx="5526000" cy="43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5600" y="1548000"/>
            <a:ext cx="4878000" cy="432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pl-PL" sz="2400" dirty="0">
                <a:latin typeface="APK Galeria Semi-Bold"/>
                <a:cs typeface="APK Galeria Semi-Bold"/>
              </a:rPr>
              <a:t>Retest</a:t>
            </a:r>
            <a:endParaRPr lang="pl-PL" sz="2400" dirty="0"/>
          </a:p>
        </p:txBody>
      </p:sp>
      <p:cxnSp>
        <p:nvCxnSpPr>
          <p:cNvPr id="5" name="Connector 4"/>
          <p:cNvCxnSpPr/>
          <p:nvPr/>
        </p:nvCxnSpPr>
        <p:spPr>
          <a:xfrm>
            <a:off x="705600" y="2070000"/>
            <a:ext cx="487800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705600" y="2196000"/>
            <a:ext cx="4878000" cy="32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82880" indent="-182880">
              <a:spcBef>
                <a:spcPts val="1000"/>
              </a:spcBef>
              <a:buClr>
                <a:schemeClr val="accent1"/>
              </a:buClr>
              <a:buSzPct val="75000"/>
              <a:buFontTx/>
              <a:buBlip>
                <a:blip r:embed="rId2"/>
              </a:buBlip>
            </a:pPr>
            <a:r>
              <a:rPr lang="pl-PL" sz="1800" dirty="0"/>
              <a:t>po dostarczeniu poprawki, lub innych czynnościach, które mogą zmienić działanie programu</a:t>
            </a:r>
          </a:p>
          <a:p>
            <a:pPr marL="365760" indent="-182880">
              <a:spcBef>
                <a:spcPts val="400"/>
              </a:spcBef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</a:pPr>
            <a:r>
              <a:rPr lang="pl-PL" sz="1600" dirty="0"/>
              <a:t>sprawdzenie, czy test który poprzednio wskazywał na błąd działa poprawnie</a:t>
            </a:r>
          </a:p>
          <a:p>
            <a:pPr marL="365760" indent="-182880">
              <a:spcBef>
                <a:spcPts val="400"/>
              </a:spcBef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</a:pPr>
            <a:r>
              <a:rPr lang="pl-PL" sz="1600" dirty="0"/>
              <a:t>Sprawdzenie, czy scenariusz który poprzednio nie działał w środowisku produkcyjnym działa poprawnie</a:t>
            </a:r>
          </a:p>
          <a:p>
            <a:pPr marL="182880" indent="-182880">
              <a:spcBef>
                <a:spcPts val="1000"/>
              </a:spcBef>
              <a:buClr>
                <a:schemeClr val="accent1"/>
              </a:buClr>
              <a:buSzPct val="75000"/>
              <a:buFontTx/>
              <a:buBlip>
                <a:blip r:embed="rId2"/>
              </a:buBlip>
            </a:pPr>
            <a:r>
              <a:rPr lang="pl-PL" sz="1800" dirty="0"/>
              <a:t>nie automatyzujemy (chyba, że już mamy automat, albo przypadek testowy jest dobrym kandydatem na test regresyjny)</a:t>
            </a:r>
          </a:p>
        </p:txBody>
      </p:sp>
      <p:sp>
        <p:nvSpPr>
          <p:cNvPr id="7" name="Card"/>
          <p:cNvSpPr/>
          <p:nvPr/>
        </p:nvSpPr>
        <p:spPr>
          <a:xfrm>
            <a:off x="6282000" y="1296000"/>
            <a:ext cx="5526000" cy="43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06000" y="1548000"/>
            <a:ext cx="4878000" cy="432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pl-PL" sz="2400" dirty="0">
                <a:latin typeface="APK Galeria Semi-Bold"/>
                <a:cs typeface="APK Galeria Semi-Bold"/>
              </a:rPr>
              <a:t>Regresja</a:t>
            </a:r>
            <a:endParaRPr lang="pl-PL" sz="2400" dirty="0"/>
          </a:p>
        </p:txBody>
      </p:sp>
      <p:cxnSp>
        <p:nvCxnSpPr>
          <p:cNvPr id="9" name="Connector 8"/>
          <p:cNvCxnSpPr/>
          <p:nvPr/>
        </p:nvCxnSpPr>
        <p:spPr>
          <a:xfrm>
            <a:off x="6606000" y="2070000"/>
            <a:ext cx="487800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6606000" y="2196000"/>
            <a:ext cx="4878000" cy="32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82880" indent="-182880">
              <a:spcBef>
                <a:spcPts val="1000"/>
              </a:spcBef>
              <a:buClr>
                <a:schemeClr val="accent1"/>
              </a:buClr>
              <a:buSzPct val="75000"/>
              <a:buFontTx/>
              <a:buBlip>
                <a:blip r:embed="rId2"/>
              </a:buBlip>
            </a:pPr>
            <a:r>
              <a:rPr lang="pl-PL" sz="1800" dirty="0"/>
              <a:t>zestaw testów (przypadków testowych) sprawdzających istniejące funkcjonalności</a:t>
            </a:r>
          </a:p>
          <a:p>
            <a:pPr marL="182880" indent="-182880">
              <a:spcBef>
                <a:spcPts val="1000"/>
              </a:spcBef>
              <a:buClr>
                <a:schemeClr val="accent1"/>
              </a:buClr>
              <a:buSzPct val="75000"/>
              <a:buFontTx/>
              <a:buBlip>
                <a:blip r:embed="rId2"/>
              </a:buBlip>
            </a:pPr>
            <a:r>
              <a:rPr lang="pl-PL" sz="1800" dirty="0"/>
              <a:t>również można (choć niekoniecznie wszystko) uruchomić po dostarczeniu poprawki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Po co nam regresja?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>
              <a:spcBef>
                <a:spcPts val="1400"/>
              </a:spcBef>
            </a:pPr>
            <a:r>
              <a:rPr lang="pl-PL" sz="2200" dirty="0"/>
              <a:t>Testy regresyjne mają za zadanie zapewnić działanie istniejących funkcjonalności podczas tworzenia/dokładania nowych</a:t>
            </a:r>
          </a:p>
          <a:p>
            <a:pPr lvl="1">
              <a:spcBef>
                <a:spcPts val="1400"/>
              </a:spcBef>
            </a:pPr>
            <a:r>
              <a:rPr lang="pl-PL" sz="2200" dirty="0"/>
              <a:t>Doskonały kandydat do automatyzacji!</a:t>
            </a:r>
          </a:p>
          <a:p>
            <a:pPr lvl="1">
              <a:spcBef>
                <a:spcPts val="1400"/>
              </a:spcBef>
            </a:pPr>
            <a:r>
              <a:rPr lang="pl-PL" sz="2200" dirty="0"/>
              <a:t>Stosuje się na każdym poziomie testów, na których zostały wprowadzone zmiany</a:t>
            </a:r>
          </a:p>
          <a:p>
            <a:pPr lvl="1">
              <a:spcBef>
                <a:spcPts val="1400"/>
              </a:spcBef>
            </a:pPr>
            <a:r>
              <a:rPr lang="pl-PL" sz="2200" dirty="0"/>
              <a:t>Jak często powinno się wykonywać regresje?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600" y="1440000"/>
            <a:ext cx="10260000" cy="3456000"/>
          </a:xfrm>
        </p:spPr>
        <p:txBody>
          <a:bodyPr/>
          <a:lstStyle/>
          <a:p>
            <a:r>
              <a:rPr lang="pl-PL" sz="5400" dirty="0"/>
              <a:t>Techniki testowania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600" y="5029200"/>
            <a:ext cx="10260000" cy="576000"/>
          </a:xfrm>
        </p:spPr>
        <p:txBody>
          <a:bodyPr/>
          <a:lstStyle/>
          <a:p>
            <a:r>
              <a:rPr lang="pl-PL" dirty="0"/>
              <a:t>..i jeszcze odrobinka teorii ;)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81600" y="496800"/>
            <a:ext cx="7200000" cy="576000"/>
          </a:xfrm>
        </p:spPr>
        <p:txBody>
          <a:bodyPr/>
          <a:lstStyle/>
          <a:p>
            <a:r>
              <a:rPr lang="pl-PL" sz="2800" dirty="0">
                <a:latin typeface="APK Galeria Medium"/>
                <a:cs typeface="APK Galeria Medium"/>
              </a:rPr>
              <a:t>Sabre Academy</a:t>
            </a:r>
            <a:endParaRPr lang="pl-PL" sz="2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Co to jest Test Case? Z czego składa się Test Case?</a:t>
            </a:r>
          </a:p>
        </p:txBody>
      </p:sp>
      <p:sp>
        <p:nvSpPr>
          <p:cNvPr id="3" name="Card"/>
          <p:cNvSpPr/>
          <p:nvPr/>
        </p:nvSpPr>
        <p:spPr>
          <a:xfrm>
            <a:off x="381600" y="1220400"/>
            <a:ext cx="3700800" cy="2116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9600" y="1436400"/>
            <a:ext cx="3124800" cy="57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pl-PL" sz="3600" dirty="0">
                <a:solidFill>
                  <a:schemeClr val="accent1"/>
                </a:solidFill>
                <a:latin typeface="APK Galeria Semi-Bold"/>
                <a:cs typeface="APK Galeria Semi-Bold"/>
              </a:rPr>
              <a:t>01</a:t>
            </a:r>
            <a:endParaRPr lang="pl-PL" sz="3600" dirty="0"/>
          </a:p>
        </p:txBody>
      </p:sp>
      <p:cxnSp>
        <p:nvCxnSpPr>
          <p:cNvPr id="5" name="Connector 4"/>
          <p:cNvCxnSpPr/>
          <p:nvPr/>
        </p:nvCxnSpPr>
        <p:spPr>
          <a:xfrm>
            <a:off x="669600" y="2066400"/>
            <a:ext cx="312480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669600" y="2192400"/>
            <a:ext cx="3124800" cy="1036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pl-PL" sz="2400" dirty="0"/>
              <a:t>Identyfikator</a:t>
            </a:r>
          </a:p>
        </p:txBody>
      </p:sp>
      <p:sp>
        <p:nvSpPr>
          <p:cNvPr id="7" name="Card"/>
          <p:cNvSpPr/>
          <p:nvPr/>
        </p:nvSpPr>
        <p:spPr>
          <a:xfrm>
            <a:off x="4244400" y="1220400"/>
            <a:ext cx="3700800" cy="2116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32400" y="1436400"/>
            <a:ext cx="3124800" cy="57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pl-PL" sz="3600" dirty="0">
                <a:solidFill>
                  <a:schemeClr val="accent1"/>
                </a:solidFill>
                <a:latin typeface="APK Galeria Semi-Bold"/>
                <a:cs typeface="APK Galeria Semi-Bold"/>
              </a:rPr>
              <a:t>02</a:t>
            </a:r>
            <a:endParaRPr lang="pl-PL" sz="3600" dirty="0"/>
          </a:p>
        </p:txBody>
      </p:sp>
      <p:cxnSp>
        <p:nvCxnSpPr>
          <p:cNvPr id="9" name="Connector 8"/>
          <p:cNvCxnSpPr/>
          <p:nvPr/>
        </p:nvCxnSpPr>
        <p:spPr>
          <a:xfrm>
            <a:off x="4532400" y="2066400"/>
            <a:ext cx="312480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4532400" y="2192400"/>
            <a:ext cx="3124800" cy="1036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pl-PL" sz="2400" dirty="0"/>
              <a:t>Opis</a:t>
            </a:r>
          </a:p>
        </p:txBody>
      </p:sp>
      <p:sp>
        <p:nvSpPr>
          <p:cNvPr id="11" name="Card"/>
          <p:cNvSpPr/>
          <p:nvPr/>
        </p:nvSpPr>
        <p:spPr>
          <a:xfrm>
            <a:off x="8107200" y="1220400"/>
            <a:ext cx="3700800" cy="2116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95200" y="1436400"/>
            <a:ext cx="3124800" cy="57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pl-PL" sz="3600" dirty="0">
                <a:solidFill>
                  <a:schemeClr val="accent1"/>
                </a:solidFill>
                <a:latin typeface="APK Galeria Semi-Bold"/>
                <a:cs typeface="APK Galeria Semi-Bold"/>
              </a:rPr>
              <a:t>03</a:t>
            </a:r>
            <a:endParaRPr lang="pl-PL" sz="3600" dirty="0"/>
          </a:p>
        </p:txBody>
      </p:sp>
      <p:cxnSp>
        <p:nvCxnSpPr>
          <p:cNvPr id="13" name="Connector 12"/>
          <p:cNvCxnSpPr/>
          <p:nvPr/>
        </p:nvCxnSpPr>
        <p:spPr>
          <a:xfrm>
            <a:off x="8395200" y="2066400"/>
            <a:ext cx="312480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8395200" y="2192400"/>
            <a:ext cx="3124800" cy="1036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pl-PL" sz="2400" dirty="0"/>
              <a:t>Warunki wstępne</a:t>
            </a:r>
          </a:p>
        </p:txBody>
      </p:sp>
      <p:sp>
        <p:nvSpPr>
          <p:cNvPr id="15" name="Card"/>
          <p:cNvSpPr/>
          <p:nvPr/>
        </p:nvSpPr>
        <p:spPr>
          <a:xfrm>
            <a:off x="381600" y="3499200"/>
            <a:ext cx="3700800" cy="2116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9600" y="3715200"/>
            <a:ext cx="3124800" cy="57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pl-PL" sz="3600" dirty="0">
                <a:solidFill>
                  <a:schemeClr val="accent1"/>
                </a:solidFill>
                <a:latin typeface="APK Galeria Semi-Bold"/>
                <a:cs typeface="APK Galeria Semi-Bold"/>
              </a:rPr>
              <a:t>04</a:t>
            </a:r>
            <a:endParaRPr lang="pl-PL" sz="3600" dirty="0"/>
          </a:p>
        </p:txBody>
      </p:sp>
      <p:cxnSp>
        <p:nvCxnSpPr>
          <p:cNvPr id="17" name="Connector 16"/>
          <p:cNvCxnSpPr/>
          <p:nvPr/>
        </p:nvCxnSpPr>
        <p:spPr>
          <a:xfrm>
            <a:off x="669600" y="4345200"/>
            <a:ext cx="312480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669600" y="4471200"/>
            <a:ext cx="3124800" cy="1036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pl-PL" sz="2400" dirty="0"/>
              <a:t>Kroki testowe</a:t>
            </a:r>
          </a:p>
        </p:txBody>
      </p:sp>
      <p:sp>
        <p:nvSpPr>
          <p:cNvPr id="19" name="Card"/>
          <p:cNvSpPr/>
          <p:nvPr/>
        </p:nvSpPr>
        <p:spPr>
          <a:xfrm>
            <a:off x="4244400" y="3499200"/>
            <a:ext cx="3700800" cy="2116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32400" y="3715200"/>
            <a:ext cx="3124800" cy="57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pl-PL" sz="3600" dirty="0">
                <a:solidFill>
                  <a:schemeClr val="accent1"/>
                </a:solidFill>
                <a:latin typeface="APK Galeria Semi-Bold"/>
                <a:cs typeface="APK Galeria Semi-Bold"/>
              </a:rPr>
              <a:t>05</a:t>
            </a:r>
            <a:endParaRPr lang="pl-PL" sz="3600" dirty="0"/>
          </a:p>
        </p:txBody>
      </p:sp>
      <p:cxnSp>
        <p:nvCxnSpPr>
          <p:cNvPr id="21" name="Connector 20"/>
          <p:cNvCxnSpPr/>
          <p:nvPr/>
        </p:nvCxnSpPr>
        <p:spPr>
          <a:xfrm>
            <a:off x="4532400" y="4345200"/>
            <a:ext cx="312480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4532400" y="4471200"/>
            <a:ext cx="3124800" cy="1036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pl-PL" sz="2400" dirty="0"/>
              <a:t>Oczekiwany wynik</a:t>
            </a:r>
          </a:p>
        </p:txBody>
      </p:sp>
      <p:sp>
        <p:nvSpPr>
          <p:cNvPr id="23" name="Card"/>
          <p:cNvSpPr/>
          <p:nvPr/>
        </p:nvSpPr>
        <p:spPr>
          <a:xfrm>
            <a:off x="8107200" y="3499200"/>
            <a:ext cx="3700800" cy="2116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95200" y="3715200"/>
            <a:ext cx="3124800" cy="57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pl-PL" sz="3600" dirty="0">
                <a:solidFill>
                  <a:schemeClr val="accent1"/>
                </a:solidFill>
                <a:latin typeface="APK Galeria Semi-Bold"/>
                <a:cs typeface="APK Galeria Semi-Bold"/>
              </a:rPr>
              <a:t>06</a:t>
            </a:r>
            <a:endParaRPr lang="pl-PL" sz="3600" dirty="0"/>
          </a:p>
        </p:txBody>
      </p:sp>
      <p:cxnSp>
        <p:nvCxnSpPr>
          <p:cNvPr id="25" name="Connector 24"/>
          <p:cNvCxnSpPr/>
          <p:nvPr/>
        </p:nvCxnSpPr>
        <p:spPr>
          <a:xfrm>
            <a:off x="8395200" y="4345200"/>
            <a:ext cx="312480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8395200" y="4471200"/>
            <a:ext cx="3124800" cy="1036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pl-PL" sz="2400" dirty="0"/>
              <a:t>Warunki końcowe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6" grpId="0"/>
      <p:bldP spid="7" grpId="0" animBg="1"/>
      <p:bldP spid="8" grpId="0"/>
      <p:bldP spid="10" grpId="0"/>
      <p:bldP spid="11" grpId="0" animBg="1"/>
      <p:bldP spid="12" grpId="0"/>
      <p:bldP spid="14" grpId="0"/>
      <p:bldP spid="15" grpId="0" animBg="1"/>
      <p:bldP spid="16" grpId="0"/>
      <p:bldP spid="18" grpId="0"/>
      <p:bldP spid="19" grpId="0" animBg="1"/>
      <p:bldP spid="20" grpId="0"/>
      <p:bldP spid="22" grpId="0"/>
      <p:bldP spid="23" grpId="0" animBg="1"/>
      <p:bldP spid="24" grpId="0"/>
      <p:bldP spid="2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Zgłoszenie błędu - co powinno zawierać?</a:t>
            </a:r>
          </a:p>
        </p:txBody>
      </p:sp>
      <p:sp>
        <p:nvSpPr>
          <p:cNvPr id="3" name="Card"/>
          <p:cNvSpPr/>
          <p:nvPr/>
        </p:nvSpPr>
        <p:spPr>
          <a:xfrm>
            <a:off x="381600" y="1220400"/>
            <a:ext cx="3700800" cy="13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7600" y="1220400"/>
            <a:ext cx="720000" cy="13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pl-PL" sz="3000" dirty="0">
                <a:solidFill>
                  <a:schemeClr val="accent1"/>
                </a:solidFill>
                <a:latin typeface="APK Galeria Semi-Bold"/>
                <a:cs typeface="APK Galeria Semi-Bold"/>
              </a:rPr>
              <a:t>01</a:t>
            </a:r>
            <a:endParaRPr lang="pl-PL" sz="3000" dirty="0"/>
          </a:p>
        </p:txBody>
      </p:sp>
      <p:sp>
        <p:nvSpPr>
          <p:cNvPr id="5" name="TextBox 4"/>
          <p:cNvSpPr txBox="1"/>
          <p:nvPr/>
        </p:nvSpPr>
        <p:spPr>
          <a:xfrm>
            <a:off x="1353600" y="1220400"/>
            <a:ext cx="2548800" cy="13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pl-PL" sz="1700" dirty="0"/>
              <a:t>ID</a:t>
            </a:r>
          </a:p>
        </p:txBody>
      </p:sp>
      <p:sp>
        <p:nvSpPr>
          <p:cNvPr id="6" name="Card"/>
          <p:cNvSpPr/>
          <p:nvPr/>
        </p:nvSpPr>
        <p:spPr>
          <a:xfrm>
            <a:off x="4244400" y="1220400"/>
            <a:ext cx="3700800" cy="13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60400" y="1220400"/>
            <a:ext cx="720000" cy="13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pl-PL" sz="3000" dirty="0">
                <a:solidFill>
                  <a:schemeClr val="accent1"/>
                </a:solidFill>
                <a:latin typeface="APK Galeria Semi-Bold"/>
                <a:cs typeface="APK Galeria Semi-Bold"/>
              </a:rPr>
              <a:t>02</a:t>
            </a:r>
            <a:endParaRPr lang="pl-PL" sz="3000" dirty="0"/>
          </a:p>
        </p:txBody>
      </p:sp>
      <p:sp>
        <p:nvSpPr>
          <p:cNvPr id="8" name="TextBox 7"/>
          <p:cNvSpPr txBox="1"/>
          <p:nvPr/>
        </p:nvSpPr>
        <p:spPr>
          <a:xfrm>
            <a:off x="5216400" y="1220400"/>
            <a:ext cx="2548800" cy="13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pl-PL" sz="1700" dirty="0"/>
              <a:t>Tytuł</a:t>
            </a:r>
          </a:p>
        </p:txBody>
      </p:sp>
      <p:sp>
        <p:nvSpPr>
          <p:cNvPr id="9" name="Card"/>
          <p:cNvSpPr/>
          <p:nvPr/>
        </p:nvSpPr>
        <p:spPr>
          <a:xfrm>
            <a:off x="8107200" y="1220400"/>
            <a:ext cx="3700800" cy="13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3200" y="1220400"/>
            <a:ext cx="720000" cy="13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pl-PL" sz="3000" dirty="0">
                <a:solidFill>
                  <a:schemeClr val="accent1"/>
                </a:solidFill>
                <a:latin typeface="APK Galeria Semi-Bold"/>
                <a:cs typeface="APK Galeria Semi-Bold"/>
              </a:rPr>
              <a:t>03</a:t>
            </a:r>
            <a:endParaRPr lang="pl-PL" sz="3000" dirty="0"/>
          </a:p>
        </p:txBody>
      </p:sp>
      <p:sp>
        <p:nvSpPr>
          <p:cNvPr id="11" name="TextBox 10"/>
          <p:cNvSpPr txBox="1"/>
          <p:nvPr/>
        </p:nvSpPr>
        <p:spPr>
          <a:xfrm>
            <a:off x="9079200" y="1220400"/>
            <a:ext cx="2548800" cy="13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pl-PL" sz="1700" dirty="0"/>
              <a:t>Opis błędu</a:t>
            </a:r>
          </a:p>
        </p:txBody>
      </p:sp>
      <p:sp>
        <p:nvSpPr>
          <p:cNvPr id="12" name="Card"/>
          <p:cNvSpPr/>
          <p:nvPr/>
        </p:nvSpPr>
        <p:spPr>
          <a:xfrm>
            <a:off x="381600" y="2739600"/>
            <a:ext cx="3700800" cy="13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7600" y="2739600"/>
            <a:ext cx="720000" cy="13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pl-PL" sz="3000" dirty="0">
                <a:solidFill>
                  <a:schemeClr val="accent1"/>
                </a:solidFill>
                <a:latin typeface="APK Galeria Semi-Bold"/>
                <a:cs typeface="APK Galeria Semi-Bold"/>
              </a:rPr>
              <a:t>04</a:t>
            </a:r>
            <a:endParaRPr lang="pl-PL" sz="3000" dirty="0"/>
          </a:p>
        </p:txBody>
      </p:sp>
      <p:sp>
        <p:nvSpPr>
          <p:cNvPr id="14" name="TextBox 13"/>
          <p:cNvSpPr txBox="1"/>
          <p:nvPr/>
        </p:nvSpPr>
        <p:spPr>
          <a:xfrm>
            <a:off x="1353600" y="2739600"/>
            <a:ext cx="2548800" cy="13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pl-PL" sz="1700" dirty="0"/>
              <a:t>Kroki konieczne do reprodukcji</a:t>
            </a:r>
          </a:p>
        </p:txBody>
      </p:sp>
      <p:sp>
        <p:nvSpPr>
          <p:cNvPr id="15" name="Card"/>
          <p:cNvSpPr/>
          <p:nvPr/>
        </p:nvSpPr>
        <p:spPr>
          <a:xfrm>
            <a:off x="4244400" y="2739600"/>
            <a:ext cx="3700800" cy="13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60400" y="2739600"/>
            <a:ext cx="720000" cy="13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pl-PL" sz="3000" dirty="0">
                <a:solidFill>
                  <a:schemeClr val="accent1"/>
                </a:solidFill>
                <a:latin typeface="APK Galeria Semi-Bold"/>
                <a:cs typeface="APK Galeria Semi-Bold"/>
              </a:rPr>
              <a:t>05</a:t>
            </a:r>
            <a:endParaRPr lang="pl-PL" sz="3000" dirty="0"/>
          </a:p>
        </p:txBody>
      </p:sp>
      <p:sp>
        <p:nvSpPr>
          <p:cNvPr id="17" name="TextBox 16"/>
          <p:cNvSpPr txBox="1"/>
          <p:nvPr/>
        </p:nvSpPr>
        <p:spPr>
          <a:xfrm>
            <a:off x="5216400" y="2739600"/>
            <a:ext cx="2548800" cy="13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pl-PL" sz="1700" dirty="0"/>
              <a:t>Aktualny rezultat</a:t>
            </a:r>
          </a:p>
        </p:txBody>
      </p:sp>
      <p:sp>
        <p:nvSpPr>
          <p:cNvPr id="18" name="Card"/>
          <p:cNvSpPr/>
          <p:nvPr/>
        </p:nvSpPr>
        <p:spPr>
          <a:xfrm>
            <a:off x="8107200" y="2739600"/>
            <a:ext cx="3700800" cy="13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3200" y="2739600"/>
            <a:ext cx="720000" cy="13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pl-PL" sz="3000" dirty="0">
                <a:solidFill>
                  <a:schemeClr val="accent1"/>
                </a:solidFill>
                <a:latin typeface="APK Galeria Semi-Bold"/>
                <a:cs typeface="APK Galeria Semi-Bold"/>
              </a:rPr>
              <a:t>06</a:t>
            </a:r>
            <a:endParaRPr lang="pl-PL" sz="3000" dirty="0"/>
          </a:p>
        </p:txBody>
      </p:sp>
      <p:sp>
        <p:nvSpPr>
          <p:cNvPr id="20" name="TextBox 19"/>
          <p:cNvSpPr txBox="1"/>
          <p:nvPr/>
        </p:nvSpPr>
        <p:spPr>
          <a:xfrm>
            <a:off x="9079200" y="2739600"/>
            <a:ext cx="2548800" cy="13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pl-PL" sz="1700" dirty="0"/>
              <a:t>Oczekiwany rezultat</a:t>
            </a:r>
          </a:p>
        </p:txBody>
      </p:sp>
      <p:sp>
        <p:nvSpPr>
          <p:cNvPr id="21" name="Card"/>
          <p:cNvSpPr/>
          <p:nvPr/>
        </p:nvSpPr>
        <p:spPr>
          <a:xfrm>
            <a:off x="381600" y="4258800"/>
            <a:ext cx="3700800" cy="13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7600" y="4258800"/>
            <a:ext cx="720000" cy="13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pl-PL" sz="3000" dirty="0">
                <a:solidFill>
                  <a:schemeClr val="accent1"/>
                </a:solidFill>
                <a:latin typeface="APK Galeria Semi-Bold"/>
                <a:cs typeface="APK Galeria Semi-Bold"/>
              </a:rPr>
              <a:t>07</a:t>
            </a:r>
            <a:endParaRPr lang="pl-PL" sz="3000" dirty="0"/>
          </a:p>
        </p:txBody>
      </p:sp>
      <p:sp>
        <p:nvSpPr>
          <p:cNvPr id="23" name="TextBox 22"/>
          <p:cNvSpPr txBox="1"/>
          <p:nvPr/>
        </p:nvSpPr>
        <p:spPr>
          <a:xfrm>
            <a:off x="1353600" y="4258800"/>
            <a:ext cx="2548800" cy="13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pl-PL" sz="1700" dirty="0"/>
              <a:t>Priorytet / ważność</a:t>
            </a:r>
          </a:p>
        </p:txBody>
      </p:sp>
      <p:sp>
        <p:nvSpPr>
          <p:cNvPr id="24" name="Card"/>
          <p:cNvSpPr/>
          <p:nvPr/>
        </p:nvSpPr>
        <p:spPr>
          <a:xfrm>
            <a:off x="4244400" y="4258800"/>
            <a:ext cx="3700800" cy="13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60400" y="4258800"/>
            <a:ext cx="720000" cy="13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pl-PL" sz="3000" dirty="0">
                <a:solidFill>
                  <a:schemeClr val="accent1"/>
                </a:solidFill>
                <a:latin typeface="APK Galeria Semi-Bold"/>
                <a:cs typeface="APK Galeria Semi-Bold"/>
              </a:rPr>
              <a:t>08</a:t>
            </a:r>
            <a:endParaRPr lang="pl-PL" sz="3000" dirty="0"/>
          </a:p>
        </p:txBody>
      </p:sp>
      <p:sp>
        <p:nvSpPr>
          <p:cNvPr id="26" name="TextBox 25"/>
          <p:cNvSpPr txBox="1"/>
          <p:nvPr/>
        </p:nvSpPr>
        <p:spPr>
          <a:xfrm>
            <a:off x="5216400" y="4258800"/>
            <a:ext cx="2548800" cy="13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pl-PL" sz="1700" dirty="0"/>
              <a:t>Opis środowiska (wersja oprogramowania, system, przeglądarka, itp.)</a:t>
            </a:r>
          </a:p>
        </p:txBody>
      </p:sp>
      <p:sp>
        <p:nvSpPr>
          <p:cNvPr id="27" name="Card"/>
          <p:cNvSpPr/>
          <p:nvPr/>
        </p:nvSpPr>
        <p:spPr>
          <a:xfrm>
            <a:off x="8107200" y="4258800"/>
            <a:ext cx="3700800" cy="13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23200" y="4258800"/>
            <a:ext cx="720000" cy="13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pl-PL" sz="3000" dirty="0">
                <a:solidFill>
                  <a:schemeClr val="accent1"/>
                </a:solidFill>
                <a:latin typeface="APK Galeria Semi-Bold"/>
                <a:cs typeface="APK Galeria Semi-Bold"/>
              </a:rPr>
              <a:t>09</a:t>
            </a:r>
            <a:endParaRPr lang="pl-PL" sz="3000" dirty="0"/>
          </a:p>
        </p:txBody>
      </p:sp>
      <p:sp>
        <p:nvSpPr>
          <p:cNvPr id="29" name="TextBox 28"/>
          <p:cNvSpPr txBox="1"/>
          <p:nvPr/>
        </p:nvSpPr>
        <p:spPr>
          <a:xfrm>
            <a:off x="9079200" y="4258800"/>
            <a:ext cx="2548800" cy="13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pl-PL" sz="1700" dirty="0"/>
              <a:t>Logi, zrzuty ekranu i inne możliwe do zebrania dowody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  <p:bldP spid="6" grpId="0" animBg="1"/>
      <p:bldP spid="7" grpId="0"/>
      <p:bldP spid="8" grpId="0"/>
      <p:bldP spid="9" grpId="0" animBg="1"/>
      <p:bldP spid="10" grpId="0"/>
      <p:bldP spid="11" grpId="0"/>
      <p:bldP spid="12" grpId="0" animBg="1"/>
      <p:bldP spid="13" grpId="0"/>
      <p:bldP spid="14" grpId="0"/>
      <p:bldP spid="15" grpId="0" animBg="1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  <p:bldP spid="26" grpId="0"/>
      <p:bldP spid="27" grpId="0" animBg="1"/>
      <p:bldP spid="28" grpId="0"/>
      <p:bldP spid="2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Techniki testowania</a:t>
            </a:r>
          </a:p>
        </p:txBody>
      </p:sp>
      <p:sp>
        <p:nvSpPr>
          <p:cNvPr id="3" name="Number"/>
          <p:cNvSpPr/>
          <p:nvPr/>
        </p:nvSpPr>
        <p:spPr>
          <a:xfrm>
            <a:off x="381600" y="1323000"/>
            <a:ext cx="936000" cy="73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180000" tIns="0" rIns="72000" bIns="0" rtlCol="0" anchor="ctr">
            <a:noAutofit/>
          </a:bodyPr>
          <a:lstStyle/>
          <a:p>
            <a:r>
              <a:rPr lang="pl-PL" sz="2800" dirty="0">
                <a:solidFill>
                  <a:schemeClr val="tx1"/>
                </a:solidFill>
                <a:latin typeface="APK Galeria Semi-Bold"/>
                <a:cs typeface="APK Galeria Semi-Bold"/>
              </a:rPr>
              <a:t>01</a:t>
            </a:r>
            <a:endParaRPr lang="pl-PL" sz="2800" dirty="0"/>
          </a:p>
        </p:txBody>
      </p:sp>
      <p:sp>
        <p:nvSpPr>
          <p:cNvPr id="4" name="Technique"/>
          <p:cNvSpPr/>
          <p:nvPr/>
        </p:nvSpPr>
        <p:spPr>
          <a:xfrm>
            <a:off x="1317600" y="1323000"/>
            <a:ext cx="4590000" cy="73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216000" tIns="0" rIns="144000" bIns="0" rtlCol="0" anchor="ctr">
            <a:noAutofit/>
          </a:bodyPr>
          <a:lstStyle/>
          <a:p>
            <a:r>
              <a:rPr lang="pl-PL" sz="2000" dirty="0"/>
              <a:t>Klasy równoważności</a:t>
            </a:r>
          </a:p>
        </p:txBody>
      </p:sp>
      <p:sp>
        <p:nvSpPr>
          <p:cNvPr id="5" name="Number"/>
          <p:cNvSpPr/>
          <p:nvPr/>
        </p:nvSpPr>
        <p:spPr>
          <a:xfrm>
            <a:off x="381600" y="2205000"/>
            <a:ext cx="936000" cy="73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180000" tIns="0" rIns="72000" bIns="0" rtlCol="0" anchor="ctr">
            <a:noAutofit/>
          </a:bodyPr>
          <a:lstStyle/>
          <a:p>
            <a:r>
              <a:rPr lang="pl-PL" sz="2800" dirty="0">
                <a:solidFill>
                  <a:schemeClr val="tx1"/>
                </a:solidFill>
                <a:latin typeface="APK Galeria Semi-Bold"/>
                <a:cs typeface="APK Galeria Semi-Bold"/>
              </a:rPr>
              <a:t>02</a:t>
            </a:r>
            <a:endParaRPr lang="pl-PL" sz="2800" dirty="0"/>
          </a:p>
        </p:txBody>
      </p:sp>
      <p:sp>
        <p:nvSpPr>
          <p:cNvPr id="6" name="Technique"/>
          <p:cNvSpPr/>
          <p:nvPr/>
        </p:nvSpPr>
        <p:spPr>
          <a:xfrm>
            <a:off x="1317600" y="2205000"/>
            <a:ext cx="4590000" cy="73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216000" tIns="0" rIns="144000" bIns="0" rtlCol="0" anchor="ctr">
            <a:noAutofit/>
          </a:bodyPr>
          <a:lstStyle/>
          <a:p>
            <a:r>
              <a:rPr lang="pl-PL" sz="2000" dirty="0"/>
              <a:t>Analiza wartości brzegowych</a:t>
            </a:r>
          </a:p>
        </p:txBody>
      </p:sp>
      <p:sp>
        <p:nvSpPr>
          <p:cNvPr id="7" name="Number"/>
          <p:cNvSpPr/>
          <p:nvPr/>
        </p:nvSpPr>
        <p:spPr>
          <a:xfrm>
            <a:off x="381600" y="3087000"/>
            <a:ext cx="936000" cy="73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180000" tIns="0" rIns="72000" bIns="0" rtlCol="0" anchor="ctr">
            <a:noAutofit/>
          </a:bodyPr>
          <a:lstStyle/>
          <a:p>
            <a:r>
              <a:rPr lang="pl-PL" sz="2800" dirty="0">
                <a:solidFill>
                  <a:schemeClr val="tx1"/>
                </a:solidFill>
                <a:latin typeface="APK Galeria Semi-Bold"/>
                <a:cs typeface="APK Galeria Semi-Bold"/>
              </a:rPr>
              <a:t>03</a:t>
            </a:r>
            <a:endParaRPr lang="pl-PL" sz="2800" dirty="0"/>
          </a:p>
        </p:txBody>
      </p:sp>
      <p:sp>
        <p:nvSpPr>
          <p:cNvPr id="8" name="Technique"/>
          <p:cNvSpPr/>
          <p:nvPr/>
        </p:nvSpPr>
        <p:spPr>
          <a:xfrm>
            <a:off x="1317600" y="3087000"/>
            <a:ext cx="4590000" cy="73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216000" tIns="0" rIns="144000" bIns="0" rtlCol="0" anchor="ctr">
            <a:noAutofit/>
          </a:bodyPr>
          <a:lstStyle/>
          <a:p>
            <a:r>
              <a:rPr lang="pl-PL" sz="2000" dirty="0"/>
              <a:t>Tablice decyzyjne</a:t>
            </a:r>
          </a:p>
        </p:txBody>
      </p:sp>
      <p:sp>
        <p:nvSpPr>
          <p:cNvPr id="9" name="Number"/>
          <p:cNvSpPr/>
          <p:nvPr/>
        </p:nvSpPr>
        <p:spPr>
          <a:xfrm>
            <a:off x="381600" y="3969000"/>
            <a:ext cx="936000" cy="73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180000" tIns="0" rIns="72000" bIns="0" rtlCol="0" anchor="ctr">
            <a:noAutofit/>
          </a:bodyPr>
          <a:lstStyle/>
          <a:p>
            <a:r>
              <a:rPr lang="pl-PL" sz="2800" dirty="0">
                <a:solidFill>
                  <a:schemeClr val="tx1"/>
                </a:solidFill>
                <a:latin typeface="APK Galeria Semi-Bold"/>
                <a:cs typeface="APK Galeria Semi-Bold"/>
              </a:rPr>
              <a:t>04</a:t>
            </a:r>
            <a:endParaRPr lang="pl-PL" sz="2800" dirty="0"/>
          </a:p>
        </p:txBody>
      </p:sp>
      <p:sp>
        <p:nvSpPr>
          <p:cNvPr id="10" name="Technique"/>
          <p:cNvSpPr/>
          <p:nvPr/>
        </p:nvSpPr>
        <p:spPr>
          <a:xfrm>
            <a:off x="1317600" y="3969000"/>
            <a:ext cx="4590000" cy="73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216000" tIns="0" rIns="144000" bIns="0" rtlCol="0" anchor="ctr">
            <a:noAutofit/>
          </a:bodyPr>
          <a:lstStyle/>
          <a:p>
            <a:r>
              <a:rPr lang="pl-PL" sz="2000" dirty="0"/>
              <a:t>Przejścia między stanami</a:t>
            </a:r>
          </a:p>
        </p:txBody>
      </p:sp>
      <p:sp>
        <p:nvSpPr>
          <p:cNvPr id="11" name="Number"/>
          <p:cNvSpPr/>
          <p:nvPr/>
        </p:nvSpPr>
        <p:spPr>
          <a:xfrm>
            <a:off x="381600" y="4851000"/>
            <a:ext cx="936000" cy="73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180000" tIns="0" rIns="72000" bIns="0" rtlCol="0" anchor="ctr">
            <a:noAutofit/>
          </a:bodyPr>
          <a:lstStyle/>
          <a:p>
            <a:r>
              <a:rPr lang="pl-PL" sz="2800" dirty="0">
                <a:solidFill>
                  <a:schemeClr val="tx1"/>
                </a:solidFill>
                <a:latin typeface="APK Galeria Semi-Bold"/>
                <a:cs typeface="APK Galeria Semi-Bold"/>
              </a:rPr>
              <a:t>05</a:t>
            </a:r>
            <a:endParaRPr lang="pl-PL" sz="2800" dirty="0"/>
          </a:p>
        </p:txBody>
      </p:sp>
      <p:sp>
        <p:nvSpPr>
          <p:cNvPr id="12" name="Technique"/>
          <p:cNvSpPr/>
          <p:nvPr/>
        </p:nvSpPr>
        <p:spPr>
          <a:xfrm>
            <a:off x="1317600" y="4851000"/>
            <a:ext cx="4590000" cy="73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216000" tIns="0" rIns="144000" bIns="0" rtlCol="0" anchor="ctr">
            <a:noAutofit/>
          </a:bodyPr>
          <a:lstStyle/>
          <a:p>
            <a:r>
              <a:rPr lang="pl-PL" sz="2000" dirty="0"/>
              <a:t>Przypadki testowe</a:t>
            </a:r>
          </a:p>
        </p:txBody>
      </p:sp>
      <p:sp>
        <p:nvSpPr>
          <p:cNvPr id="13" name="Card"/>
          <p:cNvSpPr/>
          <p:nvPr/>
        </p:nvSpPr>
        <p:spPr>
          <a:xfrm>
            <a:off x="6282000" y="1296000"/>
            <a:ext cx="5526000" cy="43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436" descr="Diagram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6000" y="1966328"/>
            <a:ext cx="5238000" cy="2979345"/>
          </a:xfrm>
          <a:prstGeom prst="rect">
            <a:avLst/>
          </a:prstGeom>
        </p:spPr>
      </p:pic>
      <p:sp>
        <p:nvSpPr>
          <p:cNvPr id="15" name="Source"/>
          <p:cNvSpPr txBox="1"/>
          <p:nvPr/>
        </p:nvSpPr>
        <p:spPr>
          <a:xfrm>
            <a:off x="4320000" y="5778000"/>
            <a:ext cx="7488000" cy="27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/>
            <a:r>
              <a:rPr lang="pl-PL" sz="900" dirty="0">
                <a:solidFill>
                  <a:schemeClr val="tx2"/>
                </a:solidFill>
              </a:rPr>
              <a:t>https://www.imperva.com/learn/wp-content/uploads/sites/13/2020/03/thumbnail_Black-box.jpg</a:t>
            </a:r>
            <a:endParaRPr lang="pl-PL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Klasy równoważności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381600" y="1296000"/>
            <a:ext cx="5526000" cy="1872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82880" indent="-182880">
              <a:spcBef>
                <a:spcPts val="1000"/>
              </a:spcBef>
              <a:buClr>
                <a:schemeClr val="accent1"/>
              </a:buClr>
              <a:buSzPct val="75000"/>
              <a:buFontTx/>
              <a:buBlip>
                <a:blip r:embed="rId2"/>
              </a:buBlip>
            </a:pPr>
            <a:r>
              <a:rPr lang="pl-PL" sz="2000" dirty="0"/>
              <a:t>Dane wejściowe z każdej klasy równoważności przetwarzane są przez program w taki sam sposób.</a:t>
            </a:r>
          </a:p>
          <a:p>
            <a:pPr marL="182880" indent="-182880">
              <a:spcBef>
                <a:spcPts val="1000"/>
              </a:spcBef>
              <a:buClr>
                <a:schemeClr val="accent1"/>
              </a:buClr>
              <a:buSzPct val="75000"/>
              <a:buFontTx/>
              <a:buBlip>
                <a:blip r:embed="rId2"/>
              </a:buBlip>
            </a:pPr>
            <a:r>
              <a:rPr lang="pl-PL" sz="2000" dirty="0"/>
              <a:t>Pokrywamy zarówno akceptowalne (poprawne) jak i nieakceptowalne (niepoprawne) klasy równoważności</a:t>
            </a:r>
          </a:p>
        </p:txBody>
      </p:sp>
      <p:sp>
        <p:nvSpPr>
          <p:cNvPr id="4" name="Card"/>
          <p:cNvSpPr/>
          <p:nvPr/>
        </p:nvSpPr>
        <p:spPr>
          <a:xfrm>
            <a:off x="381600" y="3762000"/>
            <a:ext cx="5526000" cy="158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14" descr="A picture containing text&#10;&#10;Description automatically generated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600" y="3870325"/>
            <a:ext cx="5238000" cy="1367349"/>
          </a:xfrm>
          <a:prstGeom prst="rect">
            <a:avLst/>
          </a:prstGeom>
        </p:spPr>
      </p:pic>
      <p:sp>
        <p:nvSpPr>
          <p:cNvPr id="6" name="Source"/>
          <p:cNvSpPr txBox="1"/>
          <p:nvPr/>
        </p:nvSpPr>
        <p:spPr>
          <a:xfrm>
            <a:off x="381600" y="5389200"/>
            <a:ext cx="5526000" cy="27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pl-PL" sz="900" dirty="0">
                <a:solidFill>
                  <a:schemeClr val="tx2"/>
                </a:solidFill>
              </a:rPr>
              <a:t>https://tester.milenabednarczyk.pl/wp-content/uploads/2021/02/rysbrzeg4.jpg</a:t>
            </a:r>
            <a:endParaRPr lang="pl-PL" sz="900" dirty="0"/>
          </a:p>
        </p:txBody>
      </p:sp>
      <p:sp>
        <p:nvSpPr>
          <p:cNvPr id="7" name="Card"/>
          <p:cNvSpPr/>
          <p:nvPr/>
        </p:nvSpPr>
        <p:spPr>
          <a:xfrm>
            <a:off x="6282000" y="1296000"/>
            <a:ext cx="5526000" cy="43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06000" y="1512000"/>
            <a:ext cx="4878000" cy="3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pl-PL" sz="2400" dirty="0">
                <a:solidFill>
                  <a:schemeClr val="accent1"/>
                </a:solidFill>
                <a:latin typeface="APK Galeria Semi-Bold"/>
                <a:cs typeface="APK Galeria Semi-Bold"/>
              </a:rPr>
              <a:t>Przykład:</a:t>
            </a:r>
            <a:endParaRPr lang="pl-PL" sz="2400" dirty="0"/>
          </a:p>
        </p:txBody>
      </p:sp>
      <p:cxnSp>
        <p:nvCxnSpPr>
          <p:cNvPr id="9" name="Connector 8"/>
          <p:cNvCxnSpPr/>
          <p:nvPr/>
        </p:nvCxnSpPr>
        <p:spPr>
          <a:xfrm>
            <a:off x="6606000" y="1962000"/>
            <a:ext cx="487800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0" name="Example"/>
          <p:cNvSpPr txBox="1"/>
          <p:nvPr/>
        </p:nvSpPr>
        <p:spPr>
          <a:xfrm>
            <a:off x="6606000" y="2088000"/>
            <a:ext cx="4878000" cy="19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Bef>
                <a:spcPts val="800"/>
              </a:spcBef>
            </a:pPr>
            <a:r>
              <a:rPr lang="pl-PL" sz="1800" dirty="0"/>
              <a:t>Hasło w systemie do logowania musi mieć odpowiednią długość - zawierać się w przedziale od 5 do 20 znaków.</a:t>
            </a:r>
          </a:p>
          <a:p>
            <a:pPr>
              <a:spcBef>
                <a:spcPts val="1400"/>
              </a:spcBef>
            </a:pPr>
            <a:r>
              <a:rPr lang="pl-PL" sz="1800" dirty="0">
                <a:latin typeface="APK Galeria Semi-Bold"/>
                <a:cs typeface="APK Galeria Semi-Bold"/>
              </a:rPr>
              <a:t>Jakie testy możemy przygotować wykorzystując metodę klas równoważności?</a:t>
            </a:r>
            <a:endParaRPr lang="pl-PL" sz="1800" dirty="0"/>
          </a:p>
        </p:txBody>
      </p:sp>
      <p:pic>
        <p:nvPicPr>
          <p:cNvPr id="11" name="Picture 17" descr="Shape, rectangle&#10;&#10;Description automatically generate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5162" y="3924000"/>
            <a:ext cx="4079676" cy="1512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Analiza wartości brzegowych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381600" y="1296000"/>
            <a:ext cx="5526000" cy="21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82880" indent="-182880">
              <a:spcBef>
                <a:spcPts val="1000"/>
              </a:spcBef>
              <a:buClr>
                <a:schemeClr val="accent1"/>
              </a:buClr>
              <a:buSzPct val="75000"/>
              <a:buFontTx/>
              <a:buBlip>
                <a:blip r:embed="rId2"/>
              </a:buBlip>
            </a:pPr>
            <a:r>
              <a:rPr lang="pl-PL" sz="2000" dirty="0"/>
              <a:t>Dane wejściowe to najczęściej minimalna i maksymalna wartość z zakresu danych</a:t>
            </a:r>
          </a:p>
          <a:p>
            <a:pPr marL="182880" indent="-182880">
              <a:spcBef>
                <a:spcPts val="1000"/>
              </a:spcBef>
              <a:buClr>
                <a:schemeClr val="accent1"/>
              </a:buClr>
              <a:buSzPct val="75000"/>
              <a:buFontTx/>
              <a:buBlip>
                <a:blip r:embed="rId2"/>
              </a:buBlip>
            </a:pPr>
            <a:r>
              <a:rPr lang="pl-PL" sz="2000" dirty="0"/>
              <a:t>Pokrywamy zarówno akceptowalne (poprawne) jak i nieakceptowalne (niepoprawne) przedziały</a:t>
            </a:r>
          </a:p>
          <a:p>
            <a:pPr marL="182880" indent="-182880">
              <a:spcBef>
                <a:spcPts val="1000"/>
              </a:spcBef>
              <a:buClr>
                <a:schemeClr val="accent1"/>
              </a:buClr>
              <a:buSzPct val="75000"/>
              <a:buFontTx/>
              <a:buBlip>
                <a:blip r:embed="rId2"/>
              </a:buBlip>
            </a:pPr>
            <a:r>
              <a:rPr lang="pl-PL" sz="2000" dirty="0"/>
              <a:t>Corner case'y! :)</a:t>
            </a:r>
          </a:p>
        </p:txBody>
      </p:sp>
      <p:sp>
        <p:nvSpPr>
          <p:cNvPr id="4" name="Card"/>
          <p:cNvSpPr/>
          <p:nvPr/>
        </p:nvSpPr>
        <p:spPr>
          <a:xfrm>
            <a:off x="381600" y="3582000"/>
            <a:ext cx="5526000" cy="176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940" y="3690000"/>
            <a:ext cx="4479319" cy="1548000"/>
          </a:xfrm>
          <a:prstGeom prst="rect">
            <a:avLst/>
          </a:prstGeom>
        </p:spPr>
      </p:pic>
      <p:sp>
        <p:nvSpPr>
          <p:cNvPr id="6" name="Source"/>
          <p:cNvSpPr txBox="1"/>
          <p:nvPr/>
        </p:nvSpPr>
        <p:spPr>
          <a:xfrm>
            <a:off x="381600" y="5389200"/>
            <a:ext cx="5526000" cy="27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pl-PL" sz="900" dirty="0">
                <a:solidFill>
                  <a:schemeClr val="tx2"/>
                </a:solidFill>
              </a:rPr>
              <a:t>https://tester.milenabednarczyk.pl/wp-content/uploads/2021/02/brzegi7.jpg</a:t>
            </a:r>
            <a:endParaRPr lang="pl-PL" sz="900" dirty="0"/>
          </a:p>
        </p:txBody>
      </p:sp>
      <p:sp>
        <p:nvSpPr>
          <p:cNvPr id="7" name="Card"/>
          <p:cNvSpPr/>
          <p:nvPr/>
        </p:nvSpPr>
        <p:spPr>
          <a:xfrm>
            <a:off x="6282000" y="1296000"/>
            <a:ext cx="5526000" cy="43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06000" y="1512000"/>
            <a:ext cx="4878000" cy="3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pl-PL" sz="2400" dirty="0">
                <a:solidFill>
                  <a:schemeClr val="accent1"/>
                </a:solidFill>
                <a:latin typeface="APK Galeria Semi-Bold"/>
                <a:cs typeface="APK Galeria Semi-Bold"/>
              </a:rPr>
              <a:t>Przykład:</a:t>
            </a:r>
            <a:endParaRPr lang="pl-PL" sz="2400" dirty="0"/>
          </a:p>
        </p:txBody>
      </p:sp>
      <p:cxnSp>
        <p:nvCxnSpPr>
          <p:cNvPr id="9" name="Connector 8"/>
          <p:cNvCxnSpPr/>
          <p:nvPr/>
        </p:nvCxnSpPr>
        <p:spPr>
          <a:xfrm>
            <a:off x="6606000" y="1962000"/>
            <a:ext cx="487800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0" name="Example"/>
          <p:cNvSpPr txBox="1"/>
          <p:nvPr/>
        </p:nvSpPr>
        <p:spPr>
          <a:xfrm>
            <a:off x="6606000" y="2088000"/>
            <a:ext cx="4878000" cy="19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Bef>
                <a:spcPts val="800"/>
              </a:spcBef>
            </a:pPr>
            <a:r>
              <a:rPr lang="pl-PL" sz="1800" dirty="0"/>
              <a:t>Hasło w systemie do logowania musi mieć odpowiednią długość - zawierać się w przedziale od 5 do 20 znaków.</a:t>
            </a:r>
          </a:p>
          <a:p>
            <a:pPr>
              <a:spcBef>
                <a:spcPts val="1400"/>
              </a:spcBef>
            </a:pPr>
            <a:r>
              <a:rPr lang="pl-PL" sz="1800" dirty="0">
                <a:latin typeface="APK Galeria Semi-Bold"/>
                <a:cs typeface="APK Galeria Semi-Bold"/>
              </a:rPr>
              <a:t>Jakie testy możemy przygotować wykorzystując metodę analizy wartości brzegowych?</a:t>
            </a:r>
            <a:endParaRPr lang="pl-PL" sz="1800" dirty="0"/>
          </a:p>
        </p:txBody>
      </p:sp>
      <p:pic>
        <p:nvPicPr>
          <p:cNvPr id="11" name="Picture 17" descr="Shape, rectangle&#10;&#10;Description automatically generate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5162" y="3924000"/>
            <a:ext cx="4079676" cy="1512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Tablice decyzyjne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381600" y="1296000"/>
            <a:ext cx="5526000" cy="21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82880" indent="-182880">
              <a:spcBef>
                <a:spcPts val="1000"/>
              </a:spcBef>
              <a:buClr>
                <a:schemeClr val="accent1"/>
              </a:buClr>
              <a:buSzPct val="75000"/>
              <a:buFontTx/>
              <a:buBlip>
                <a:blip r:embed="rId3"/>
              </a:buBlip>
            </a:pPr>
            <a:r>
              <a:rPr lang="pl-PL" sz="2000" dirty="0"/>
              <a:t>Przedstawienie kombinacji możliwych wejść w formie tabeli (n-wymiarowej :))</a:t>
            </a:r>
          </a:p>
          <a:p>
            <a:pPr marL="182880" indent="-182880">
              <a:spcBef>
                <a:spcPts val="1000"/>
              </a:spcBef>
              <a:buClr>
                <a:schemeClr val="accent1"/>
              </a:buClr>
              <a:buSzPct val="75000"/>
              <a:buFontTx/>
              <a:buBlip>
                <a:blip r:embed="rId3"/>
              </a:buBlip>
            </a:pPr>
            <a:r>
              <a:rPr lang="pl-PL" sz="2000" dirty="0"/>
              <a:t>Stosowane głównie gdy n&gt;2</a:t>
            </a:r>
          </a:p>
          <a:p>
            <a:pPr marL="182880" indent="-182880">
              <a:spcBef>
                <a:spcPts val="1000"/>
              </a:spcBef>
              <a:buClr>
                <a:schemeClr val="accent1"/>
              </a:buClr>
              <a:buSzPct val="75000"/>
              <a:buFontTx/>
              <a:buBlip>
                <a:blip r:embed="rId3"/>
              </a:buBlip>
            </a:pPr>
            <a:r>
              <a:rPr lang="pl-PL" sz="2000" dirty="0"/>
              <a:t>Pozwala dobrze zaplanować pokrycie możliwych kombinacji</a:t>
            </a:r>
          </a:p>
        </p:txBody>
      </p:sp>
      <p:sp>
        <p:nvSpPr>
          <p:cNvPr id="4" name="Card"/>
          <p:cNvSpPr/>
          <p:nvPr/>
        </p:nvSpPr>
        <p:spPr>
          <a:xfrm>
            <a:off x="381600" y="3690000"/>
            <a:ext cx="5526000" cy="165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5" descr="Table&#10;&#10;Description automatically generate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600" y="3838542"/>
            <a:ext cx="5238000" cy="1358915"/>
          </a:xfrm>
          <a:prstGeom prst="rect">
            <a:avLst/>
          </a:prstGeom>
        </p:spPr>
      </p:pic>
      <p:sp>
        <p:nvSpPr>
          <p:cNvPr id="6" name="Source"/>
          <p:cNvSpPr txBox="1"/>
          <p:nvPr/>
        </p:nvSpPr>
        <p:spPr>
          <a:xfrm>
            <a:off x="381600" y="5389200"/>
            <a:ext cx="5526000" cy="27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pl-PL" sz="900" dirty="0">
                <a:solidFill>
                  <a:schemeClr val="tx2"/>
                </a:solidFill>
              </a:rPr>
              <a:t>https://tester.milenabednarczyk.pl/wp-content/uploads/2021/02/brzegi7.jpg</a:t>
            </a:r>
            <a:endParaRPr lang="pl-PL" sz="900" dirty="0"/>
          </a:p>
        </p:txBody>
      </p:sp>
      <p:sp>
        <p:nvSpPr>
          <p:cNvPr id="7" name="Card"/>
          <p:cNvSpPr/>
          <p:nvPr/>
        </p:nvSpPr>
        <p:spPr>
          <a:xfrm>
            <a:off x="6282000" y="1296000"/>
            <a:ext cx="5526000" cy="43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06000" y="1512000"/>
            <a:ext cx="4878000" cy="3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pl-PL" sz="2400" dirty="0">
                <a:solidFill>
                  <a:schemeClr val="accent1"/>
                </a:solidFill>
                <a:latin typeface="APK Galeria Semi-Bold"/>
                <a:cs typeface="APK Galeria Semi-Bold"/>
              </a:rPr>
              <a:t>Przykład:</a:t>
            </a:r>
            <a:endParaRPr lang="pl-PL" sz="2400" dirty="0"/>
          </a:p>
        </p:txBody>
      </p:sp>
      <p:cxnSp>
        <p:nvCxnSpPr>
          <p:cNvPr id="9" name="Connector 8"/>
          <p:cNvCxnSpPr/>
          <p:nvPr/>
        </p:nvCxnSpPr>
        <p:spPr>
          <a:xfrm>
            <a:off x="6606000" y="1962000"/>
            <a:ext cx="487800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0" name="Example"/>
          <p:cNvSpPr txBox="1"/>
          <p:nvPr/>
        </p:nvSpPr>
        <p:spPr>
          <a:xfrm>
            <a:off x="6606000" y="2088000"/>
            <a:ext cx="4878000" cy="19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Bef>
                <a:spcPts val="800"/>
              </a:spcBef>
            </a:pPr>
            <a:r>
              <a:rPr lang="pl-PL" sz="1600" dirty="0"/>
              <a:t>Hasło w systemie do logowania:</a:t>
            </a:r>
          </a:p>
          <a:p>
            <a:pPr marL="182880" indent="-182880">
              <a:spcBef>
                <a:spcPts val="800"/>
              </a:spcBef>
              <a:buClr>
                <a:schemeClr val="accent1"/>
              </a:buClr>
              <a:buSzPct val="75000"/>
              <a:buFontTx/>
              <a:buBlip>
                <a:blip r:embed="rId3"/>
              </a:buBlip>
            </a:pPr>
            <a:r>
              <a:rPr lang="pl-PL" sz="1600" dirty="0"/>
              <a:t>mieć odpowiednią długość - zawierać się w przedziale od 5 do 20 znaków.</a:t>
            </a:r>
          </a:p>
          <a:p>
            <a:pPr marL="182880" indent="-182880">
              <a:spcBef>
                <a:spcPts val="800"/>
              </a:spcBef>
              <a:buClr>
                <a:schemeClr val="accent1"/>
              </a:buClr>
              <a:buSzPct val="75000"/>
              <a:buFontTx/>
              <a:buBlip>
                <a:blip r:embed="rId3"/>
              </a:buBlip>
            </a:pPr>
            <a:r>
              <a:rPr lang="pl-PL" sz="1600" dirty="0"/>
              <a:t>Zawierać przynajmniej 2 z grup znaków: małe litery, wielkie litery, cyfry</a:t>
            </a:r>
          </a:p>
        </p:txBody>
      </p:sp>
      <p:pic>
        <p:nvPicPr>
          <p:cNvPr id="11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2756" y="3780000"/>
            <a:ext cx="4104488" cy="1656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Przejścia pomiędzy stanami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381600" y="1296000"/>
            <a:ext cx="5526000" cy="18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82880" indent="-182880">
              <a:spcBef>
                <a:spcPts val="1000"/>
              </a:spcBef>
              <a:buClr>
                <a:schemeClr val="accent1"/>
              </a:buClr>
              <a:buSzPct val="75000"/>
              <a:buFontTx/>
              <a:buBlip>
                <a:blip r:embed="rId2"/>
              </a:buBlip>
            </a:pPr>
            <a:r>
              <a:rPr lang="pl-PL" sz="2000" dirty="0"/>
              <a:t>Używane, gdy klasa lub aplikacja zmienia swój stan w czasie działania.</a:t>
            </a:r>
          </a:p>
          <a:p>
            <a:pPr marL="182880" indent="-182880">
              <a:spcBef>
                <a:spcPts val="1000"/>
              </a:spcBef>
              <a:buClr>
                <a:schemeClr val="accent1"/>
              </a:buClr>
              <a:buSzPct val="75000"/>
              <a:buFontTx/>
              <a:buBlip>
                <a:blip r:embed="rId2"/>
              </a:buBlip>
            </a:pPr>
            <a:r>
              <a:rPr lang="pl-PL" sz="2000" dirty="0"/>
              <a:t>Definiujemy możliwe stany oraz akcje które powinny doprowadzić do oczekiwanego wyniku.</a:t>
            </a:r>
          </a:p>
        </p:txBody>
      </p:sp>
      <p:sp>
        <p:nvSpPr>
          <p:cNvPr id="4" name="Card"/>
          <p:cNvSpPr/>
          <p:nvPr/>
        </p:nvSpPr>
        <p:spPr>
          <a:xfrm>
            <a:off x="381600" y="3114000"/>
            <a:ext cx="5526000" cy="223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5" descr="Diagram&#10;&#10;Description automatically genera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8159" y="3222000"/>
            <a:ext cx="2752883" cy="2016000"/>
          </a:xfrm>
          <a:prstGeom prst="rect">
            <a:avLst/>
          </a:prstGeom>
        </p:spPr>
      </p:pic>
      <p:sp>
        <p:nvSpPr>
          <p:cNvPr id="6" name="Source"/>
          <p:cNvSpPr txBox="1"/>
          <p:nvPr/>
        </p:nvSpPr>
        <p:spPr>
          <a:xfrm>
            <a:off x="381600" y="5389200"/>
            <a:ext cx="5526000" cy="27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pl-PL" sz="900" dirty="0">
                <a:solidFill>
                  <a:schemeClr val="tx2"/>
                </a:solidFill>
              </a:rPr>
              <a:t>https://tester.milenabednarczyk.pl/wp-content/uploads/2021/10/stany1B.png</a:t>
            </a:r>
            <a:endParaRPr lang="pl-PL" sz="900" dirty="0"/>
          </a:p>
        </p:txBody>
      </p:sp>
      <p:sp>
        <p:nvSpPr>
          <p:cNvPr id="7" name="Card"/>
          <p:cNvSpPr/>
          <p:nvPr/>
        </p:nvSpPr>
        <p:spPr>
          <a:xfrm>
            <a:off x="6282000" y="1296000"/>
            <a:ext cx="5526000" cy="43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06000" y="1512000"/>
            <a:ext cx="4878000" cy="3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pl-PL" sz="2400" dirty="0">
                <a:solidFill>
                  <a:schemeClr val="accent1"/>
                </a:solidFill>
                <a:latin typeface="APK Galeria Semi-Bold"/>
                <a:cs typeface="APK Galeria Semi-Bold"/>
              </a:rPr>
              <a:t>Przykład:</a:t>
            </a:r>
            <a:endParaRPr lang="pl-PL" sz="2400" dirty="0"/>
          </a:p>
        </p:txBody>
      </p:sp>
      <p:cxnSp>
        <p:nvCxnSpPr>
          <p:cNvPr id="9" name="Connector 8"/>
          <p:cNvCxnSpPr/>
          <p:nvPr/>
        </p:nvCxnSpPr>
        <p:spPr>
          <a:xfrm>
            <a:off x="6606000" y="1962000"/>
            <a:ext cx="487800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0" name="Example"/>
          <p:cNvSpPr txBox="1"/>
          <p:nvPr/>
        </p:nvSpPr>
        <p:spPr>
          <a:xfrm>
            <a:off x="6606000" y="2088000"/>
            <a:ext cx="4878000" cy="19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Bef>
                <a:spcPts val="1400"/>
              </a:spcBef>
            </a:pPr>
            <a:r>
              <a:rPr lang="pl-PL" sz="1800" dirty="0">
                <a:latin typeface="APK Galeria Semi-Bold"/>
                <a:cs typeface="APK Galeria Semi-Bold"/>
              </a:rPr>
              <a:t>Jakie przejścia między stanami możemy zdefiniować dla takiego interfejsu logowania?</a:t>
            </a:r>
            <a:r>
              <a:rPr lang="en-US" sz="1800" dirty="0">
                <a:latin typeface="APK Galeria Semi-Bold"/>
                <a:cs typeface="APK Galeria Semi-Bold"/>
              </a:rPr>
              <a:t> </a:t>
            </a:r>
            <a:br>
              <a:rPr lang="en-US" sz="1800" dirty="0">
                <a:latin typeface="APK Galeria Semi-Bold"/>
                <a:cs typeface="APK Galeria Semi-Bold"/>
              </a:rPr>
            </a:br>
            <a:r>
              <a:rPr lang="en-US" sz="1800" dirty="0">
                <a:latin typeface="APK Galeria Semi-Bold"/>
                <a:cs typeface="APK Galeria Semi-Bold"/>
              </a:rPr>
              <a:t>Po 3 </a:t>
            </a:r>
            <a:r>
              <a:rPr lang="en-US" sz="1800" dirty="0" err="1">
                <a:latin typeface="APK Galeria Semi-Bold"/>
                <a:cs typeface="APK Galeria Semi-Bold"/>
              </a:rPr>
              <a:t>próbach</a:t>
            </a:r>
            <a:r>
              <a:rPr lang="en-US" sz="1800" dirty="0">
                <a:latin typeface="APK Galeria Semi-Bold"/>
                <a:cs typeface="APK Galeria Semi-Bold"/>
              </a:rPr>
              <a:t> system </a:t>
            </a:r>
            <a:r>
              <a:rPr lang="en-US" sz="1800" dirty="0" err="1">
                <a:latin typeface="APK Galeria Semi-Bold"/>
                <a:cs typeface="APK Galeria Semi-Bold"/>
              </a:rPr>
              <a:t>blokuje</a:t>
            </a:r>
            <a:r>
              <a:rPr lang="en-US" sz="1800" dirty="0">
                <a:latin typeface="APK Galeria Semi-Bold"/>
                <a:cs typeface="APK Galeria Semi-Bold"/>
              </a:rPr>
              <a:t> </a:t>
            </a:r>
            <a:r>
              <a:rPr lang="en-US" sz="1800" dirty="0" err="1">
                <a:latin typeface="APK Galeria Semi-Bold"/>
                <a:cs typeface="APK Galeria Semi-Bold"/>
              </a:rPr>
              <a:t>konto</a:t>
            </a:r>
            <a:r>
              <a:rPr lang="en-US" sz="1800" dirty="0">
                <a:latin typeface="APK Galeria Semi-Bold"/>
                <a:cs typeface="APK Galeria Semi-Bold"/>
              </a:rPr>
              <a:t>.</a:t>
            </a:r>
            <a:endParaRPr lang="pl-PL" sz="1800" dirty="0"/>
          </a:p>
          <a:p>
            <a:pPr>
              <a:spcBef>
                <a:spcPts val="1400"/>
              </a:spcBef>
            </a:pPr>
            <a:r>
              <a:rPr lang="pl-PL" sz="1800" dirty="0">
                <a:latin typeface="APK Galeria Semi-Bold"/>
                <a:cs typeface="APK Galeria Semi-Bold"/>
              </a:rPr>
              <a:t>Jakie są oczekiwane wyniki?</a:t>
            </a:r>
            <a:endParaRPr lang="pl-PL" sz="1800" dirty="0"/>
          </a:p>
        </p:txBody>
      </p:sp>
      <p:pic>
        <p:nvPicPr>
          <p:cNvPr id="11" name="Picture 5" descr="Graphical user interface, application&#10;&#10;Description automatically generate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6936" y="3684551"/>
            <a:ext cx="2456128" cy="1553449"/>
          </a:xfrm>
          <a:prstGeom prst="rect">
            <a:avLst/>
          </a:prstGeom>
        </p:spPr>
      </p:pic>
      <p:sp>
        <p:nvSpPr>
          <p:cNvPr id="12" name="Source"/>
          <p:cNvSpPr txBox="1"/>
          <p:nvPr/>
        </p:nvSpPr>
        <p:spPr>
          <a:xfrm>
            <a:off x="6606000" y="5310000"/>
            <a:ext cx="4878000" cy="1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/>
            <a:r>
              <a:rPr lang="pl-PL" sz="900" dirty="0">
                <a:solidFill>
                  <a:schemeClr val="tx2"/>
                </a:solidFill>
              </a:rPr>
              <a:t>https://emodul.pl/</a:t>
            </a:r>
            <a:endParaRPr lang="pl-PL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Przypadki testowe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381600" y="1296000"/>
            <a:ext cx="5526000" cy="432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82880" indent="-182880">
              <a:spcBef>
                <a:spcPts val="1000"/>
              </a:spcBef>
              <a:buClr>
                <a:schemeClr val="accent1"/>
              </a:buClr>
              <a:buSzPct val="75000"/>
              <a:buFontTx/>
              <a:buBlip>
                <a:blip r:embed="rId2"/>
              </a:buBlip>
            </a:pPr>
            <a:r>
              <a:rPr lang="pl-PL" sz="2000" dirty="0"/>
              <a:t>Zdefiniowane przypadki użycia</a:t>
            </a:r>
          </a:p>
          <a:p>
            <a:pPr marL="365760" indent="-182880">
              <a:spcBef>
                <a:spcPts val="400"/>
              </a:spcBef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</a:pPr>
            <a:r>
              <a:rPr lang="pl-PL" sz="1800" dirty="0"/>
              <a:t>wysokopoziomowe – scenariusze użycia przez potencjalnego klienta</a:t>
            </a:r>
          </a:p>
          <a:p>
            <a:pPr marL="365760" indent="-182880">
              <a:spcBef>
                <a:spcPts val="400"/>
              </a:spcBef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</a:pPr>
            <a:r>
              <a:rPr lang="pl-PL" sz="1800" dirty="0"/>
              <a:t>niskopoziomowe – scenariusze zdefiniowane na podstawie użycia konkretnych komponentów, modułów</a:t>
            </a:r>
          </a:p>
          <a:p>
            <a:pPr marL="182880" indent="-182880">
              <a:spcBef>
                <a:spcPts val="1000"/>
              </a:spcBef>
              <a:buClr>
                <a:schemeClr val="accent1"/>
              </a:buClr>
              <a:buSzPct val="75000"/>
              <a:buFontTx/>
              <a:buBlip>
                <a:blip r:embed="rId2"/>
              </a:buBlip>
            </a:pPr>
            <a:r>
              <a:rPr lang="pl-PL" sz="2000" dirty="0"/>
              <a:t>Możliwe źródła:</a:t>
            </a:r>
          </a:p>
          <a:p>
            <a:pPr marL="365760" indent="-182880">
              <a:spcBef>
                <a:spcPts val="400"/>
              </a:spcBef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</a:pPr>
            <a:r>
              <a:rPr lang="pl-PL" sz="1800" dirty="0"/>
              <a:t>Dokumentacja projektowa</a:t>
            </a:r>
          </a:p>
          <a:p>
            <a:pPr marL="365760" indent="-182880">
              <a:spcBef>
                <a:spcPts val="400"/>
              </a:spcBef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</a:pPr>
            <a:r>
              <a:rPr lang="pl-PL" sz="1800" dirty="0"/>
              <a:t>User Stories</a:t>
            </a:r>
          </a:p>
          <a:p>
            <a:pPr marL="365760" indent="-182880">
              <a:spcBef>
                <a:spcPts val="400"/>
              </a:spcBef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</a:pPr>
            <a:r>
              <a:rPr lang="pl-PL" sz="1800" dirty="0"/>
              <a:t>Dokumentacja systemu, modułów</a:t>
            </a:r>
          </a:p>
        </p:txBody>
      </p:sp>
      <p:sp>
        <p:nvSpPr>
          <p:cNvPr id="4" name="Card"/>
          <p:cNvSpPr/>
          <p:nvPr/>
        </p:nvSpPr>
        <p:spPr>
          <a:xfrm>
            <a:off x="6282000" y="1296000"/>
            <a:ext cx="5526000" cy="43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06000" y="1512000"/>
            <a:ext cx="4878000" cy="3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pl-PL" sz="2400" dirty="0">
                <a:solidFill>
                  <a:schemeClr val="accent1"/>
                </a:solidFill>
                <a:latin typeface="APK Galeria Semi-Bold"/>
                <a:cs typeface="APK Galeria Semi-Bold"/>
              </a:rPr>
              <a:t>Przykład:</a:t>
            </a:r>
            <a:endParaRPr lang="pl-PL" sz="2400" dirty="0"/>
          </a:p>
        </p:txBody>
      </p:sp>
      <p:cxnSp>
        <p:nvCxnSpPr>
          <p:cNvPr id="6" name="Connector 5"/>
          <p:cNvCxnSpPr/>
          <p:nvPr/>
        </p:nvCxnSpPr>
        <p:spPr>
          <a:xfrm>
            <a:off x="6606000" y="1962000"/>
            <a:ext cx="487800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7" name="Example"/>
          <p:cNvSpPr txBox="1"/>
          <p:nvPr/>
        </p:nvSpPr>
        <p:spPr>
          <a:xfrm>
            <a:off x="6606000" y="2088000"/>
            <a:ext cx="4878000" cy="19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Bef>
                <a:spcPts val="1400"/>
              </a:spcBef>
            </a:pPr>
            <a:r>
              <a:rPr lang="pl-PL" sz="1800" dirty="0">
                <a:latin typeface="APK Galeria Semi-Bold"/>
                <a:cs typeface="APK Galeria Semi-Bold"/>
              </a:rPr>
              <a:t>Jakie przypadki testowe możemy zdefiniować dla poniższego ekranu logowania?</a:t>
            </a:r>
            <a:endParaRPr lang="pl-PL" sz="1800" dirty="0"/>
          </a:p>
        </p:txBody>
      </p:sp>
      <p:pic>
        <p:nvPicPr>
          <p:cNvPr id="8" name="Picture 5" descr="Graphical user interface, application&#10;&#10;Description automatically genera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5892" y="3132000"/>
            <a:ext cx="3358216" cy="2124000"/>
          </a:xfrm>
          <a:prstGeom prst="rect">
            <a:avLst/>
          </a:prstGeom>
        </p:spPr>
      </p:pic>
      <p:sp>
        <p:nvSpPr>
          <p:cNvPr id="9" name="Source"/>
          <p:cNvSpPr txBox="1"/>
          <p:nvPr/>
        </p:nvSpPr>
        <p:spPr>
          <a:xfrm>
            <a:off x="6606000" y="5310000"/>
            <a:ext cx="4878000" cy="1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/>
            <a:r>
              <a:rPr lang="pl-PL" sz="900" dirty="0">
                <a:solidFill>
                  <a:schemeClr val="tx2"/>
                </a:solidFill>
              </a:rPr>
              <a:t>https://emodul.pl/</a:t>
            </a:r>
            <a:endParaRPr lang="pl-PL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3F3F3F"/>
      </a:dk2>
      <a:lt2>
        <a:srgbClr val="F3EFE4"/>
      </a:lt2>
      <a:accent1>
        <a:srgbClr val="E2553C"/>
      </a:accent1>
      <a:accent2>
        <a:srgbClr val="71161B"/>
      </a:accent2>
      <a:accent3>
        <a:srgbClr val="EAC447"/>
      </a:accent3>
      <a:accent4>
        <a:srgbClr val="B3B3B3"/>
      </a:accent4>
      <a:accent5>
        <a:srgbClr val="BC570A"/>
      </a:accent5>
      <a:accent6>
        <a:srgbClr val="BC2F2A"/>
      </a:accent6>
      <a:hlink>
        <a:srgbClr val="40AFFF"/>
      </a:hlink>
      <a:folHlink>
        <a:srgbClr val="797979"/>
      </a:folHlink>
    </a:clrScheme>
    <a:fontScheme name="Custom 55">
      <a:majorFont>
        <a:latin typeface="APK Galeria Medium"/>
        <a:ea typeface=""/>
        <a:cs typeface=""/>
      </a:majorFont>
      <a:minorFont>
        <a:latin typeface="APK Galeria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solidFill>
              <a:schemeClr val="tx2"/>
            </a:solidFill>
          </a:defRPr>
        </a:defPPr>
      </a:lstStyle>
    </a:txDef>
  </a:objectDefaults>
  <a:extraClrSchemeLst/>
  <a:custClrLst>
    <a:custClr name="Terracota">
      <a:srgbClr val="E2543B"/>
    </a:custClr>
    <a:custClr name="Yellow">
      <a:srgbClr val="EBC63A"/>
    </a:custClr>
    <a:custClr name="Soft Blush">
      <a:srgbClr val="F2D4C1"/>
    </a:custClr>
    <a:custClr name="Mint Whisper">
      <a:srgbClr val="CDEBD8"/>
    </a:custClr>
    <a:custClr name="Cobalt Blue">
      <a:srgbClr val="0075D6"/>
    </a:custClr>
    <a:custClr name="Burnt Amber">
      <a:srgbClr val="BC570A"/>
    </a:custClr>
    <a:custClr name="Lavender Slate">
      <a:srgbClr val="917CCC"/>
    </a:custClr>
    <a:custClr name="Fresh Lime">
      <a:srgbClr val="8DCB56"/>
    </a:custClr>
    <a:custClr name="Deep Brick Red">
      <a:srgbClr val="BC2F2A"/>
    </a:custClr>
    <a:custClr name="Neutral Grey">
      <a:srgbClr val="B3B3B3"/>
    </a:custClr>
    <a:custClr name="Ice Blue">
      <a:srgbClr val="CEE9FF"/>
    </a:custClr>
    <a:custClr name="Forest Green">
      <a:srgbClr val="28854B"/>
    </a:custClr>
    <a:custClr name="Warm Sand">
      <a:srgbClr val="FBE8BF"/>
    </a:custClr>
    <a:custClr name="Sky Blue">
      <a:srgbClr val="57B5FF"/>
    </a:custClr>
  </a:custClrLst>
  <a:extLst>
    <a:ext uri="{05A4C25C-085E-4340-85A3-A5531E510DB2}">
      <thm15:themeFamily xmlns:thm15="http://schemas.microsoft.com/office/thememl/2012/main" name="Sabre_PowerPoint Template_2026" id="{B57C4471-E1A4-9340-A6A5-68CA32CC7A58}" vid="{56B05D80-537E-0044-BD84-D617B956E9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269AFBC53DF24EA87B796349591867" ma:contentTypeVersion="14" ma:contentTypeDescription="Create a new document." ma:contentTypeScope="" ma:versionID="f00759d3c6800f6b6288b49b6d8d3a48">
  <xsd:schema xmlns:xsd="http://www.w3.org/2001/XMLSchema" xmlns:xs="http://www.w3.org/2001/XMLSchema" xmlns:p="http://schemas.microsoft.com/office/2006/metadata/properties" xmlns:ns2="d6597846-bd34-4234-8565-48be58496691" xmlns:ns3="0226e2c5-db6e-442b-9b6b-c59604b2e2fe" targetNamespace="http://schemas.microsoft.com/office/2006/metadata/properties" ma:root="true" ma:fieldsID="05e1c6cf30dd91c307c046546ff00915" ns2:_="" ns3:_="">
    <xsd:import namespace="d6597846-bd34-4234-8565-48be58496691"/>
    <xsd:import namespace="0226e2c5-db6e-442b-9b6b-c59604b2e2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597846-bd34-4234-8565-48be584966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af855b0b-a45e-4794-8fbc-3c07d36b4fc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26e2c5-db6e-442b-9b6b-c59604b2e2fe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0dcacfdc-b5d9-48eb-9e0c-1cabdce1d549}" ma:internalName="TaxCatchAll" ma:showField="CatchAllData" ma:web="0226e2c5-db6e-442b-9b6b-c59604b2e2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226e2c5-db6e-442b-9b6b-c59604b2e2fe" xsi:nil="true"/>
    <lcf76f155ced4ddcb4097134ff3c332f xmlns="d6597846-bd34-4234-8565-48be58496691">
      <Terms xmlns="http://schemas.microsoft.com/office/infopath/2007/PartnerControls"/>
    </lcf76f155ced4ddcb4097134ff3c332f>
  </documentManagement>
</p:properties>
</file>

<file path=customXml/item4.xml><?xml version="1.0" encoding="utf-8"?>
<VariableList UniqueId="fc261583-9a1c-4bda-a22c-21331ea78bd9" Name="Computed" ContentType="XML" MajorVersion="0" MinorVersion="1" isLocalCopy="False" IsBaseObject="False" DataSourceId="fd293dac-0879-421c-a768-cfb9756f80eb" DataSourceMajorVersion="0" DataSourceMinorVersion="1"/>
</file>

<file path=customXml/item5.xml><?xml version="1.0" encoding="utf-8"?>
<VariableListDefinition name="AD_HOC" displayName="AD_HOC" id="e3aa0556-318f-4cbd-9562-aa74ac30ffa7" isdomainofvalue="False" dataSourceId="cba00697-9b16-43cd-801f-3eea4e32787d"/>
</file>

<file path=customXml/item6.xml><?xml version="1.0" encoding="utf-8"?>
<VariableList UniqueId="e3aa0556-318f-4cbd-9562-aa74ac30ffa7" Name="AD_HOC" ContentType="XML" MajorVersion="0" MinorVersion="1" isLocalCopy="False" IsBaseObject="False" DataSourceId="cba00697-9b16-43cd-801f-3eea4e32787d" DataSourceMajorVersion="0" DataSourceMinorVersion="1"/>
</file>

<file path=customXml/item7.xml><?xml version="1.0" encoding="utf-8"?>
<VariableList UniqueId="f58b4700-ecd3-4f9a-a186-ba8aad603ab1" Name="System" ContentType="XML" MajorVersion="0" MinorVersion="1" isLocalCopy="False" IsBaseObject="False" DataSourceId="12edb699-614b-4281-a20e-a7dbd7fb3472" DataSourceMajorVersion="0" DataSourceMinorVersion="1"/>
</file>

<file path=customXml/item8.xml><?xml version="1.0" encoding="utf-8"?>
<AllExternalAdhocVariableMappings/>
</file>

<file path=customXml/item9.xml><?xml version="1.0" encoding="utf-8"?>
<VariableListDefinition name="Computed" displayName="Computed" id="fc261583-9a1c-4bda-a22c-21331ea78bd9" isdomainofvalue="False" dataSourceId="fd293dac-0879-421c-a768-cfb9756f80eb"/>
</file>

<file path=customXml/item10.xml><?xml version="1.0" encoding="utf-8"?>
<VariableListDefinition name="System" displayName="System" id="f58b4700-ecd3-4f9a-a186-ba8aad603ab1" isdomainofvalue="False" dataSourceId="12edb699-614b-4281-a20e-a7dbd7fb3472"/>
</file>

<file path=customXml/itemProps1.xml><?xml version="1.0" encoding="utf-8"?>
<ds:datastoreItem xmlns:ds="http://schemas.openxmlformats.org/officeDocument/2006/customXml" ds:itemID="{CCB66319-AA1C-4276-8446-A0E95C8E6B5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6597846-bd34-4234-8565-48be58496691"/>
    <ds:schemaRef ds:uri="0226e2c5-db6e-442b-9b6b-c59604b2e2f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C66A18F-5D2A-4799-9F8F-90793222BCF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0A6D23-366C-44CC-ABC7-866D51D602F2}">
  <ds:schemaRefs>
    <ds:schemaRef ds:uri="0226e2c5-db6e-442b-9b6b-c59604b2e2fe"/>
    <ds:schemaRef ds:uri="http://schemas.microsoft.com/office/2006/metadata/properties"/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d6597846-bd34-4234-8565-48be58496691"/>
  </ds:schemaRefs>
</ds:datastoreItem>
</file>

<file path=customXml/itemProps4.xml><?xml version="1.0" encoding="utf-8"?>
<ds:datastoreItem xmlns:ds="http://schemas.openxmlformats.org/officeDocument/2006/customXml" ds:itemID="{D4B1E560-4D2D-4414-AA1B-B85ADBAB896E}">
  <ds:schemaRefs/>
</ds:datastoreItem>
</file>

<file path=customXml/itemProps5.xml><?xml version="1.0" encoding="utf-8"?>
<ds:datastoreItem xmlns:ds="http://schemas.openxmlformats.org/officeDocument/2006/customXml" ds:itemID="{C7248E6C-867E-48F0-971B-8D6DD2435AAC}">
  <ds:schemaRefs/>
</ds:datastoreItem>
</file>

<file path=customXml/itemProps6.xml><?xml version="1.0" encoding="utf-8"?>
<ds:datastoreItem xmlns:ds="http://schemas.openxmlformats.org/officeDocument/2006/customXml" ds:itemID="{66CE5828-C0E6-40F3-80D6-7140178D4241}">
  <ds:schemaRefs/>
</ds:datastoreItem>
</file>

<file path=customXml/itemProps7.xml><?xml version="1.0" encoding="utf-8"?>
<ds:datastoreItem xmlns:ds="http://schemas.openxmlformats.org/officeDocument/2006/customXml" ds:itemID="{32FBF46E-969D-43AC-8280-FE4A5F28D6A9}">
  <ds:schemaRefs/>
</ds:datastoreItem>
</file>

<file path=customXml/itemProps8.xml><?xml version="1.0" encoding="utf-8"?>
<ds:datastoreItem xmlns:ds="http://schemas.openxmlformats.org/officeDocument/2006/customXml" ds:itemID="{55C96B7D-B2C0-4075-855E-C312B05241B8}">
  <ds:schemaRefs/>
</ds:datastoreItem>
</file>

<file path=customXml/itemProps9.xml><?xml version="1.0" encoding="utf-8"?>
<ds:datastoreItem xmlns:ds="http://schemas.openxmlformats.org/officeDocument/2006/customXml" ds:itemID="{A202549E-FC9E-42C2-8491-158F3743574C}">
  <ds:schemaRefs/>
</ds:datastoreItem>
</file>

<file path=customXml/itemProps10.xml><?xml version="1.0" encoding="utf-8"?>
<ds:datastoreItem xmlns:ds="http://schemas.openxmlformats.org/officeDocument/2006/customXml" ds:itemID="{5A589C16-23CD-4BA3-B7A5-DDDF673427B8}">
  <ds:schemaRefs/>
</ds:datastoreItem>
</file>

<file path=docMetadata/LabelInfo.xml><?xml version="1.0" encoding="utf-8"?>
<clbl:labelList xmlns:clbl="http://schemas.microsoft.com/office/2020/mipLabelMetadata">
  <clbl:label id="{03ceccf2-fe27-4c66-abdb-699141848e61}" enabled="0" method="" siteId="{03ceccf2-fe27-4c66-abdb-699141848e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</TotalTime>
  <Words>1684</Words>
  <Application>Microsoft Office PowerPoint</Application>
  <PresentationFormat>Widescreen</PresentationFormat>
  <Paragraphs>295</Paragraphs>
  <Slides>40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9" baseType="lpstr">
      <vt:lpstr>APK Galeria</vt:lpstr>
      <vt:lpstr>Arial</vt:lpstr>
      <vt:lpstr>Arial,Sans-Serif</vt:lpstr>
      <vt:lpstr>APK Galeria Semi-Bold</vt:lpstr>
      <vt:lpstr>Calibri</vt:lpstr>
      <vt:lpstr>APK Galeria Medium</vt:lpstr>
      <vt:lpstr>APK Galeria Light</vt:lpstr>
      <vt:lpstr>Milliard Light</vt:lpstr>
      <vt:lpstr>Office Theme</vt:lpstr>
      <vt:lpstr>Sabre Academy Wprowadzenie do przedmiotu</vt:lpstr>
      <vt:lpstr>Plan wykładu</vt:lpstr>
      <vt:lpstr>SABRE: Technologiczny Lider Branży Turystycznej</vt:lpstr>
      <vt:lpstr>PowerPoint Presentation</vt:lpstr>
      <vt:lpstr>Początki Rewolucji</vt:lpstr>
      <vt:lpstr>Ewolucja: Od Systemu do Globalnej Platformy</vt:lpstr>
      <vt:lpstr>Sabre Dziś: Globalna Skala Operacji</vt:lpstr>
      <vt:lpstr>Dlaczego QA jest kluczowe?</vt:lpstr>
      <vt:lpstr>PowerPoint Presentation</vt:lpstr>
      <vt:lpstr>Współpraca z Przyszłymi Specjalistami (nie tylko) QA</vt:lpstr>
      <vt:lpstr>Sabre in seconds..</vt:lpstr>
      <vt:lpstr>PowerPoint Presentation</vt:lpstr>
      <vt:lpstr>Ariane 5 Flight 501</vt:lpstr>
      <vt:lpstr>Therac-25/Cobalt 60</vt:lpstr>
      <vt:lpstr>PowerPoint Presentation</vt:lpstr>
      <vt:lpstr>PowerPoint Presentation</vt:lpstr>
      <vt:lpstr>Sabre Academy Team</vt:lpstr>
      <vt:lpstr>Warunki zaliczenia</vt:lpstr>
      <vt:lpstr>Harmonogram zajęć</vt:lpstr>
      <vt:lpstr>Kącik organizacyjny..</vt:lpstr>
      <vt:lpstr>Cykl życia oprogramowania w kontekście testowania Podział testów</vt:lpstr>
      <vt:lpstr>Cele testowania wg ISTQB*</vt:lpstr>
      <vt:lpstr>Zasady testowania</vt:lpstr>
      <vt:lpstr>Popularne modele wytwarzania oprogramowania</vt:lpstr>
      <vt:lpstr>Poziomy testów</vt:lpstr>
      <vt:lpstr>Typy testów</vt:lpstr>
      <vt:lpstr>Testy Białej/Czarnej skrzynki</vt:lpstr>
      <vt:lpstr>PowerPoint Presentation</vt:lpstr>
      <vt:lpstr>Regresja vs Retest</vt:lpstr>
      <vt:lpstr>Po co nam regresja?</vt:lpstr>
      <vt:lpstr>Techniki testowania</vt:lpstr>
      <vt:lpstr>Co to jest Test Case? Z czego składa się Test Case?</vt:lpstr>
      <vt:lpstr>Zgłoszenie błędu - co powinno zawierać?</vt:lpstr>
      <vt:lpstr>Techniki testowania</vt:lpstr>
      <vt:lpstr>Klasy równoważności</vt:lpstr>
      <vt:lpstr>Analiza wartości brzegowych</vt:lpstr>
      <vt:lpstr>Tablice decyzyjne</vt:lpstr>
      <vt:lpstr>Przejścia pomiędzy stanami</vt:lpstr>
      <vt:lpstr>Przypadki testowe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Sabre Academy – Wprowadzenie do przedmiotu</dc:title>
  <dc:subject>Testowanie w cyklu życia oprogramowania</dc:subject>
  <dc:creator>Gilmore, Alice</dc:creator>
  <cp:lastModifiedBy>Listwan, Mikolaj</cp:lastModifiedBy>
  <cp:revision>13</cp:revision>
  <dcterms:created xsi:type="dcterms:W3CDTF">2026-01-12T13:07:30Z</dcterms:created>
  <dcterms:modified xsi:type="dcterms:W3CDTF">2026-10-01T11:56:14Z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0x0101008D269AFBC53DF24EA87B796349591867</vt:lpwstr>
  </property>
  <property fmtid="{D5CDD505-2E9C-101B-9397-08002B2CF9AE}" pid="3" name="_dlc_DocIdItemGuid">
    <vt:lpwstr>94652c8f-abd2-4216-8204-586f60d023cc</vt:lpwstr>
  </property>
  <property fmtid="{D5CDD505-2E9C-101B-9397-08002B2CF9AE}" pid="4" name="Access">
    <vt:lpwstr/>
  </property>
  <property fmtid="{D5CDD505-2E9C-101B-9397-08002B2CF9AE}" pid="5" name="MediaServiceImageTags">
    <vt:lpwstr/>
  </property>
  <property fmtid="{D5CDD505-2E9C-101B-9397-08002B2CF9AE}" pid="6" name="TaxKeyword">
    <vt:lpwstr/>
  </property>
</Properties>
</file>